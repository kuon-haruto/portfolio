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f090e64db14626" /><Relationship Type="http://schemas.openxmlformats.org/officeDocument/2006/relationships/extended-properties" Target="/docProps/app.xml" Id="R283cdea7c1b64ece" /><Relationship Type="http://schemas.openxmlformats.org/officeDocument/2006/relationships/officeDocument" Target="/ppt/presentation.xml" Id="R8476792809e343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09bf2f8604c88"/>
  </p:sldMasterIdLst>
  <p:notesMasterIdLst>
    <p:notesMasterId xmlns:r="http://schemas.openxmlformats.org/officeDocument/2006/relationships" r:id="Re60e243ed8984f5e"/>
  </p:notesMasterIdLst>
  <p:sldIdLst>
    <p:sldId xmlns:r="http://schemas.openxmlformats.org/officeDocument/2006/relationships" id="256" r:id="Rfea4979695bd4392"/>
    <p:sldId xmlns:r="http://schemas.openxmlformats.org/officeDocument/2006/relationships" id="257" r:id="R0c1d70433871485b"/>
    <p:sldId xmlns:r="http://schemas.openxmlformats.org/officeDocument/2006/relationships" id="258" r:id="Rcc744b3b539f4a99"/>
    <p:sldId xmlns:r="http://schemas.openxmlformats.org/officeDocument/2006/relationships" id="259" r:id="Rf1b9f44564ec4761"/>
    <p:sldId xmlns:r="http://schemas.openxmlformats.org/officeDocument/2006/relationships" id="260" r:id="Rbbce469316d04435"/>
    <p:sldId xmlns:r="http://schemas.openxmlformats.org/officeDocument/2006/relationships" id="261" r:id="R8d3dabbfd3c443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d7d47c20fa4340" /><Relationship Type="http://schemas.openxmlformats.org/officeDocument/2006/relationships/slideMaster" Target="/ppt/slideMasters/slideMaster1.xml" Id="R6b209bf2f8604c88" /><Relationship Type="http://schemas.openxmlformats.org/officeDocument/2006/relationships/notesMaster" Target="/ppt/notesMasters/notesMaster1.xml" Id="Re60e243ed8984f5e" /><Relationship Type="http://schemas.openxmlformats.org/officeDocument/2006/relationships/presProps" Target="/ppt/presProps.xml" Id="R0613ca8c8c554232" /><Relationship Type="http://schemas.openxmlformats.org/officeDocument/2006/relationships/tableStyles" Target="/ppt/tableStyles.xml" Id="R271ed5b3ed1942da" /><Relationship Type="http://schemas.openxmlformats.org/officeDocument/2006/relationships/slide" Target="/ppt/slides/slide1.xml" Id="Rfea4979695bd4392" /><Relationship Type="http://schemas.openxmlformats.org/officeDocument/2006/relationships/slide" Target="/ppt/slides/slide2.xml" Id="R0c1d70433871485b" /><Relationship Type="http://schemas.openxmlformats.org/officeDocument/2006/relationships/slide" Target="/ppt/slides/slide3.xml" Id="Rcc744b3b539f4a99" /><Relationship Type="http://schemas.openxmlformats.org/officeDocument/2006/relationships/slide" Target="/ppt/slides/slide4.xml" Id="Rf1b9f44564ec4761" /><Relationship Type="http://schemas.openxmlformats.org/officeDocument/2006/relationships/slide" Target="/ppt/slides/slide5.xml" Id="Rbbce469316d04435" /><Relationship Type="http://schemas.openxmlformats.org/officeDocument/2006/relationships/slide" Target="/ppt/slides/slide6.xml" Id="R8d3dabbfd3c443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2570a3bf247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すべる宇宙駐車場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FBD069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FBD069"/>
      </a:hlink>
      <a:folHlink>
        <a:srgbClr val="FBD069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すべる宇宙駐車場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731774c6d84467" /><Relationship Type="http://schemas.openxmlformats.org/officeDocument/2006/relationships/notesMaster" Target="/ppt/notesMasters/notesMaster1.xml" Id="Reea858cd703349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b87d22d5204491" /><Relationship Type="http://schemas.openxmlformats.org/officeDocument/2006/relationships/notesMaster" Target="/ppt/notesMasters/notesMaster1.xml" Id="R219016d9c3b8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a73e9577144d3a" /><Relationship Type="http://schemas.openxmlformats.org/officeDocument/2006/relationships/notesMaster" Target="/ppt/notesMasters/notesMaster1.xml" Id="R47d8cbf13e4941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09e2beb0374bda" /><Relationship Type="http://schemas.openxmlformats.org/officeDocument/2006/relationships/notesMaster" Target="/ppt/notesMasters/notesMaster1.xml" Id="R25971f5ae86649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82712a48a349f2" /><Relationship Type="http://schemas.openxmlformats.org/officeDocument/2006/relationships/notesMaster" Target="/ppt/notesMasters/notesMaster1.xml" Id="Raaa222d8ada64d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f46758711b4f37" /><Relationship Type="http://schemas.openxmlformats.org/officeDocument/2006/relationships/notesMaster" Target="/ppt/notesMasters/notesMaster1.xml" Id="R090292c20bb347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既存企画・担当確認：src/sections/featured-works.html、制作人数4人（利用者確認）</a:t>
            </a:r>
          </a:p>
          <a:p xmlns:a="http://schemas.openxmlformats.org/drawingml/2006/main">
            <a:r>
              <a:t>ゲームルール：D:/すべる宇宙船/Assets/SlidingSpaceParking/Docs/Spec.md</a:t>
            </a:r>
          </a:p>
          <a:p xmlns:a="http://schemas.openxmlformats.org/drawingml/2006/main">
            <a:r>
              <a:t>iOS版：同プロジェクト Docs/iOS.md、files/images/sliding-space-parking-store-*.jpg</a:t>
            </a:r>
          </a:p>
          <a:p xmlns:a="http://schemas.openxmlformats.org/drawingml/2006/main">
            <a:r>
              <a:t>公開先：https://apps.apple.com/jp/app/id6816609277、https://unityroom.com/games/sliding-space-parking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既存企画・担当確認：src/sections/featured-works.html、制作人数4人（利用者確認）</a:t>
            </a:r>
          </a:p>
          <a:p xmlns:a="http://schemas.openxmlformats.org/drawingml/2006/main">
            <a:r>
              <a:t>ゲームルール：D:/すべる宇宙船/Assets/SlidingSpaceParking/Docs/Spec.md</a:t>
            </a:r>
          </a:p>
          <a:p xmlns:a="http://schemas.openxmlformats.org/drawingml/2006/main">
            <a:r>
              <a:t>iOS版：同プロジェクト Docs/iOS.md、files/images/sliding-space-parking-store-*.jpg</a:t>
            </a:r>
          </a:p>
          <a:p xmlns:a="http://schemas.openxmlformats.org/drawingml/2006/main">
            <a:r>
              <a:t>公開先：https://apps.apple.com/jp/app/id6816609277、https://unityroom.com/games/sliding-space-parking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既存企画・担当確認：src/sections/featured-works.html、制作人数4人（利用者確認）</a:t>
            </a:r>
          </a:p>
          <a:p xmlns:a="http://schemas.openxmlformats.org/drawingml/2006/main">
            <a:r>
              <a:t>ゲームルール：D:/すべる宇宙船/Assets/SlidingSpaceParking/Docs/Spec.md</a:t>
            </a:r>
          </a:p>
          <a:p xmlns:a="http://schemas.openxmlformats.org/drawingml/2006/main">
            <a:r>
              <a:t>iOS版：同プロジェクト Docs/iOS.md、files/images/sliding-space-parking-store-*.jpg</a:t>
            </a:r>
          </a:p>
          <a:p xmlns:a="http://schemas.openxmlformats.org/drawingml/2006/main">
            <a:r>
              <a:t>公開先：https://apps.apple.com/jp/app/id6816609277、https://unityroom.com/games/sliding-space-parking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既存企画・担当確認：src/sections/featured-works.html、制作人数4人（利用者確認）</a:t>
            </a:r>
          </a:p>
          <a:p xmlns:a="http://schemas.openxmlformats.org/drawingml/2006/main">
            <a:r>
              <a:t>ゲームルール：D:/すべる宇宙船/Assets/SlidingSpaceParking/Docs/Spec.md</a:t>
            </a:r>
          </a:p>
          <a:p xmlns:a="http://schemas.openxmlformats.org/drawingml/2006/main">
            <a:r>
              <a:t>iOS版：同プロジェクト Docs/iOS.md、files/images/sliding-space-parking-store-*.jpg</a:t>
            </a:r>
          </a:p>
          <a:p xmlns:a="http://schemas.openxmlformats.org/drawingml/2006/main">
            <a:r>
              <a:t>公開先：https://apps.apple.com/jp/app/id6816609277、https://unityroom.com/games/sliding-space-parking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既存企画・担当確認：src/sections/featured-works.html、制作人数4人（利用者確認）</a:t>
            </a:r>
          </a:p>
          <a:p xmlns:a="http://schemas.openxmlformats.org/drawingml/2006/main">
            <a:r>
              <a:t>ゲームルール：D:/すべる宇宙船/Assets/SlidingSpaceParking/Docs/Spec.md</a:t>
            </a:r>
          </a:p>
          <a:p xmlns:a="http://schemas.openxmlformats.org/drawingml/2006/main">
            <a:r>
              <a:t>iOS版：同プロジェクト Docs/iOS.md、files/images/sliding-space-parking-store-*.jpg</a:t>
            </a:r>
          </a:p>
          <a:p xmlns:a="http://schemas.openxmlformats.org/drawingml/2006/main">
            <a:r>
              <a:t>公開先：https://apps.apple.com/jp/app/id6816609277、https://unityroom.com/games/sliding-space-parking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既存企画・担当確認：src/sections/featured-works.html、制作人数4人（利用者確認）</a:t>
            </a:r>
          </a:p>
          <a:p xmlns:a="http://schemas.openxmlformats.org/drawingml/2006/main">
            <a:r>
              <a:t>ゲームルール：D:/すべる宇宙船/Assets/SlidingSpaceParking/Docs/Spec.md</a:t>
            </a:r>
          </a:p>
          <a:p xmlns:a="http://schemas.openxmlformats.org/drawingml/2006/main">
            <a:r>
              <a:t>iOS版：同プロジェクト Docs/iOS.md、files/images/sliding-space-parking-store-*.jpg</a:t>
            </a:r>
          </a:p>
          <a:p xmlns:a="http://schemas.openxmlformats.org/drawingml/2006/main">
            <a:r>
              <a:t>公開先：https://apps.apple.com/jp/app/id6816609277、https://unityroom.com/games/sliding-space-parking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fdcd358494c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64db8538646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6198dc2aa49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d82f823574b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7e42073844f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7fc3f6d614c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6F9090-9D05-4354-8DD3-6C27CD468E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05145E-058E-4CBC-BC38-5B3CF60B38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BF7EC1-371A-49C7-BCBE-EF1B59113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506C41-0C78-4A51-ABF8-F03F1A8A1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AAEDB8-EBDF-4E9F-9117-748F07C2B5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A665AE-0A8F-4A9F-AB81-0578A1D5F6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3A28FB-38D4-4E1A-AED5-38B59AEB7E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8207A4-3482-4C4C-B86A-EB91AE3FA7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26EFBF-DAD0-4075-A2B6-511478E8B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7C05E2-C996-4004-BC34-789CDF91BB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12255e4d344329" /><Relationship Type="http://schemas.openxmlformats.org/officeDocument/2006/relationships/slideLayout" Target="/ppt/slideLayouts/slideLayout1.xml" Id="Rb31cae42473842f4" /><Relationship Type="http://schemas.openxmlformats.org/officeDocument/2006/relationships/slideLayout" Target="/ppt/slideLayouts/slideLayout2.xml" Id="Rdad4af6b76e04f4b" /><Relationship Type="http://schemas.openxmlformats.org/officeDocument/2006/relationships/slideLayout" Target="/ppt/slideLayouts/slideLayout3.xml" Id="R2f8301b64cd64501" /><Relationship Type="http://schemas.openxmlformats.org/officeDocument/2006/relationships/slideLayout" Target="/ppt/slideLayouts/slideLayout4.xml" Id="Rbc8a241407e14b27" /><Relationship Type="http://schemas.openxmlformats.org/officeDocument/2006/relationships/slideLayout" Target="/ppt/slideLayouts/slideLayout5.xml" Id="R45ce0eb720414a25" /><Relationship Type="http://schemas.openxmlformats.org/officeDocument/2006/relationships/slideLayout" Target="/ppt/slideLayouts/slideLayout6.xml" Id="Rf597ed4d6e5540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cae42473842f4"/>
    <p:sldLayoutId xmlns:r="http://schemas.openxmlformats.org/officeDocument/2006/relationships" id="2147483650" r:id="Rdad4af6b76e04f4b"/>
    <p:sldLayoutId xmlns:r="http://schemas.openxmlformats.org/officeDocument/2006/relationships" id="2147483651" r:id="R2f8301b64cd64501"/>
    <p:sldLayoutId xmlns:r="http://schemas.openxmlformats.org/officeDocument/2006/relationships" id="2147483652" r:id="Rbc8a241407e14b27"/>
    <p:sldLayoutId xmlns:r="http://schemas.openxmlformats.org/officeDocument/2006/relationships" id="2147483653" r:id="R45ce0eb720414a25"/>
    <p:sldLayoutId xmlns:r="http://schemas.openxmlformats.org/officeDocument/2006/relationships" id="2147483654" r:id="Rf597ed4d6e5540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すべる宇宙駐車場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FBD069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FBD069"/>
      </a:hlink>
      <a:folHlink>
        <a:srgbClr val="FBD069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すべる宇宙駐車場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f98322d5b4b44" /><Relationship Type="http://schemas.openxmlformats.org/officeDocument/2006/relationships/image" Target="/ppt/media/image.jpeg" Id="R2bc0ff631a7a4f60" /><Relationship Type="http://schemas.openxmlformats.org/officeDocument/2006/relationships/notesSlide" Target="/ppt/notesSlides/notesSlide1.xml" Id="R4e9acd202f0045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9af05523c4d85" /><Relationship Type="http://schemas.openxmlformats.org/officeDocument/2006/relationships/image" Target="/ppt/media/image2.jpeg" Id="Rf910e49b32894ff2" /><Relationship Type="http://schemas.openxmlformats.org/officeDocument/2006/relationships/notesSlide" Target="/ppt/notesSlides/notesSlide2.xml" Id="R0d529f3ab3d649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5d056e7054160" /><Relationship Type="http://schemas.openxmlformats.org/officeDocument/2006/relationships/image" Target="/ppt/media/image.png" Id="Rf89be80c7ec84fe3" /><Relationship Type="http://schemas.openxmlformats.org/officeDocument/2006/relationships/notesSlide" Target="/ppt/notesSlides/notesSlide3.xml" Id="R9e9d2c2896224b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9d022d40848c4" /><Relationship Type="http://schemas.openxmlformats.org/officeDocument/2006/relationships/image" Target="/ppt/media/image3.jpeg" Id="R4b7444b6e90243e4" /><Relationship Type="http://schemas.openxmlformats.org/officeDocument/2006/relationships/notesSlide" Target="/ppt/notesSlides/notesSlide4.xml" Id="R4d23a062ef274f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4e87151c74266" /><Relationship Type="http://schemas.openxmlformats.org/officeDocument/2006/relationships/image" Target="/ppt/media/image4.jpeg" Id="R8d638adf9b3f4c62" /><Relationship Type="http://schemas.openxmlformats.org/officeDocument/2006/relationships/notesSlide" Target="/ppt/notesSlides/notesSlide5.xml" Id="Raa2af459366c40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9db5a3abc4589" /><Relationship Type="http://schemas.openxmlformats.org/officeDocument/2006/relationships/image" Target="/ppt/media/image2.png" Id="R9bed17aa0a4347ba" /><Relationship Type="http://schemas.openxmlformats.org/officeDocument/2006/relationships/hyperlink" Target="https://apps.apple.com/jp/app/id6816609277" TargetMode="External" Id="Rf83dc4ffd8e74545" /><Relationship Type="http://schemas.openxmlformats.org/officeDocument/2006/relationships/hyperlink" Target="https://unityroom.com/games/sliding-space-parking" TargetMode="External" Id="R3b8f99d66e6f49a9" /><Relationship Type="http://schemas.openxmlformats.org/officeDocument/2006/relationships/notesSlide" Target="/ppt/notesSlides/notesSlide6.xml" Id="R3c1d8b054272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すべる宇宙駐車場">
            <a:extLst xmlns:a="http://schemas.openxmlformats.org/drawingml/2006/main">
              <a:ext uri="{FF2B5EF4-FFF2-40B4-BE49-F238E27FC236}">
                <a16:creationId xmlns:a16="http://schemas.microsoft.com/office/drawing/2014/main" id="{A85B6113-99CE-4E80-A7A1-6F2BD63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CFA"/>
                </a:solidFill>
                <a:latin typeface="Meiryo"/>
                <a:ea typeface="Meiryo"/>
                <a:cs typeface="Meiryo"/>
              </a:rPr>
              <a:t>すべる宇宙駐車場</a:t>
            </a:r>
          </a:p>
        </p:txBody>
      </p:sp>
      <p:sp>
        <p:nvSpPr>
          <p:cNvPr id="2" name="慣性で滑る船を、逆噴射でぴたりと駐車。">
            <a:extLst xmlns:a="http://schemas.openxmlformats.org/drawingml/2006/main">
              <a:ext uri="{FF2B5EF4-FFF2-40B4-BE49-F238E27FC236}">
                <a16:creationId xmlns:a16="http://schemas.microsoft.com/office/drawing/2014/main" id="{DE550DCC-8A34-4BE2-A6C8-B97DE1A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慣性で滑る船を、逆噴射でぴたりと駐車。</a:t>
            </a:r>
          </a:p>
        </p:txBody>
      </p:sp>
      <p:sp>
        <p:nvSpPr>
          <p:cNvPr id="3" name="すべる宇宙駐車場 / 企画書">
            <a:extLst xmlns:a="http://schemas.openxmlformats.org/drawingml/2006/main">
              <a:ext uri="{FF2B5EF4-FFF2-40B4-BE49-F238E27FC236}">
                <a16:creationId xmlns:a16="http://schemas.microsoft.com/office/drawing/2014/main" id="{0EFA7093-C1A3-4B37-9EF8-41436473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すべる宇宙駐車場 / 企画書</a:t>
            </a:r>
          </a:p>
        </p:txBody>
      </p:sp>
      <p:sp>
        <p:nvSpPr>
          <p:cNvPr id="4" name="01 / 06">
            <a:extLst xmlns:a="http://schemas.openxmlformats.org/drawingml/2006/main">
              <a:ext uri="{FF2B5EF4-FFF2-40B4-BE49-F238E27FC236}">
                <a16:creationId xmlns:a16="http://schemas.microsoft.com/office/drawing/2014/main" id="{3C5D1F6E-64CE-401E-8BC4-6615CC39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01 /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CF690-13C9-4103-8F95-1D9214383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0ff631a7a4f60"/>
          <a:stretch xmlns:a="http://schemas.openxmlformats.org/drawingml/2006/main"/>
        </p:blipFill>
        <p:spPr>
          <a:xfrm xmlns:a="http://schemas.openxmlformats.org/drawingml/2006/main">
            <a:off x="1565189" y="1752600"/>
            <a:ext cx="9061622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App Store・unityroom公開 / 制作人数：4人 / Un">
            <a:extLst xmlns:a="http://schemas.openxmlformats.org/drawingml/2006/main">
              <a:ext uri="{FF2B5EF4-FFF2-40B4-BE49-F238E27FC236}">
                <a16:creationId xmlns:a16="http://schemas.microsoft.com/office/drawing/2014/main" id="{B539D46B-C670-4730-8576-6E7B329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App Store・unityroom公開 / 制作人数：4人 / Unity / 企画書作成：島本善太</a:t>
            </a:r>
          </a:p>
        </p:txBody>
      </p:sp>
    </p:spTree>
    <p:extLst>
      <p:ext uri="{BB962C8B-B14F-4D97-AF65-F5344CB8AC3E}">
        <p14:creationId xmlns:p14="http://schemas.microsoft.com/office/powerpoint/2010/main" val="1275295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身近な「駐車」を、慣性で難しくする">
            <a:extLst xmlns:a="http://schemas.openxmlformats.org/drawingml/2006/main">
              <a:ext uri="{FF2B5EF4-FFF2-40B4-BE49-F238E27FC236}">
                <a16:creationId xmlns:a16="http://schemas.microsoft.com/office/drawing/2014/main" id="{5DA257D2-0FA2-43D4-962D-6364BE04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CFA"/>
                </a:solidFill>
                <a:latin typeface="Meiryo"/>
                <a:ea typeface="Meiryo"/>
                <a:cs typeface="Meiryo"/>
              </a:rPr>
              <a:t>身近な「駐車」を、慣性で難しくする</a:t>
            </a:r>
          </a:p>
        </p:txBody>
      </p:sp>
      <p:sp>
        <p:nvSpPr>
          <p:cNvPr id="2" name="目的は、宇宙船を駐車枠の中で止めること">
            <a:extLst xmlns:a="http://schemas.openxmlformats.org/drawingml/2006/main">
              <a:ext uri="{FF2B5EF4-FFF2-40B4-BE49-F238E27FC236}">
                <a16:creationId xmlns:a16="http://schemas.microsoft.com/office/drawing/2014/main" id="{95BFA9D9-220E-4584-B811-A601F77C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目的は、宇宙船を駐車枠の中で止めること</a:t>
            </a:r>
          </a:p>
        </p:txBody>
      </p:sp>
      <p:sp>
        <p:nvSpPr>
          <p:cNvPr id="3" name="すべる宇宙駐車場 / 企画書">
            <a:extLst xmlns:a="http://schemas.openxmlformats.org/drawingml/2006/main">
              <a:ext uri="{FF2B5EF4-FFF2-40B4-BE49-F238E27FC236}">
                <a16:creationId xmlns:a16="http://schemas.microsoft.com/office/drawing/2014/main" id="{1B8100B1-5EE9-4FBF-B7D8-774C93C1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すべる宇宙駐車場 / 企画書</a:t>
            </a:r>
          </a:p>
        </p:txBody>
      </p:sp>
      <p:sp>
        <p:nvSpPr>
          <p:cNvPr id="4" name="02 / 06">
            <a:extLst xmlns:a="http://schemas.openxmlformats.org/drawingml/2006/main">
              <a:ext uri="{FF2B5EF4-FFF2-40B4-BE49-F238E27FC236}">
                <a16:creationId xmlns:a16="http://schemas.microsoft.com/office/drawing/2014/main" id="{C7BC99C5-A8E0-4EDE-A648-0445ED66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02 /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EF8A2-E789-4675-842C-8C0E8B90AD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0e49b32894ff2"/>
          <a:stretch xmlns:a="http://schemas.openxmlformats.org/drawingml/2006/main"/>
        </p:blipFill>
        <p:spPr>
          <a:xfrm xmlns:a="http://schemas.openxmlformats.org/drawingml/2006/main">
            <a:off x="2471351" y="1828800"/>
            <a:ext cx="7249297" cy="3352800"/>
          </a:xfrm>
          <a:prstGeom xmlns:a="http://schemas.openxmlformats.org/drawingml/2006/main" prst="rect">
            <a:avLst/>
          </a:prstGeom>
        </p:spPr>
      </p:pic>
      <p:sp>
        <p:nvSpPr>
          <p:cNvPr id="6" name="操作と狙い">
            <a:extLst xmlns:a="http://schemas.openxmlformats.org/drawingml/2006/main">
              <a:ext uri="{FF2B5EF4-FFF2-40B4-BE49-F238E27FC236}">
                <a16:creationId xmlns:a16="http://schemas.microsoft.com/office/drawing/2014/main" id="{9800F01B-454C-435A-AC46-0D57A724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操作と狙い</a:t>
            </a:r>
          </a:p>
        </p:txBody>
      </p:sp>
      <p:sp>
        <p:nvSpPr>
          <p:cNvPr id="7" name="噴射で進み、反対向きの噴射で減速。&#10;入力を離しても進むため、止め時を考え">
            <a:extLst xmlns:a="http://schemas.openxmlformats.org/drawingml/2006/main">
              <a:ext uri="{FF2B5EF4-FFF2-40B4-BE49-F238E27FC236}">
                <a16:creationId xmlns:a16="http://schemas.microsoft.com/office/drawing/2014/main" id="{57B3FD51-BC7D-4D31-AA75-3941B7FC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33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噴射で進み、反対向きの噴射で減速。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入力を離しても進むため、止め時を考えます。</a:t>
            </a:r>
          </a:p>
        </p:txBody>
      </p:sp>
      <p:sp>
        <p:nvSpPr>
          <p:cNvPr id="8" name="想定するプレイヤー">
            <a:extLst xmlns:a="http://schemas.openxmlformats.org/drawingml/2006/main">
              <a:ext uri="{FF2B5EF4-FFF2-40B4-BE49-F238E27FC236}">
                <a16:creationId xmlns:a16="http://schemas.microsoft.com/office/drawing/2014/main" id="{EF667F20-3E7A-4D45-81D3-17593C4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67325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想定するプレイヤー</a:t>
            </a:r>
          </a:p>
        </p:txBody>
      </p:sp>
      <p:sp>
        <p:nvSpPr>
          <p:cNvPr id="9" name="少ない操作で試行錯誤を楽しみたい人。&#10;微調整して成功する達成感を狙います">
            <a:extLst xmlns:a="http://schemas.openxmlformats.org/drawingml/2006/main">
              <a:ext uri="{FF2B5EF4-FFF2-40B4-BE49-F238E27FC236}">
                <a16:creationId xmlns:a16="http://schemas.microsoft.com/office/drawing/2014/main" id="{80131DB5-C740-424B-B666-83F959A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43575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少ない操作で試行錯誤を楽しみたい人。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微調整して成功する達成感を狙います。</a:t>
            </a:r>
          </a:p>
        </p:txBody>
      </p:sp>
    </p:spTree>
    <p:extLst>
      <p:ext uri="{BB962C8B-B14F-4D97-AF65-F5344CB8AC3E}">
        <p14:creationId xmlns:p14="http://schemas.microsoft.com/office/powerpoint/2010/main" val="1847979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面白さは「いつ減速を始めるか」">
            <a:extLst xmlns:a="http://schemas.openxmlformats.org/drawingml/2006/main">
              <a:ext uri="{FF2B5EF4-FFF2-40B4-BE49-F238E27FC236}">
                <a16:creationId xmlns:a16="http://schemas.microsoft.com/office/drawing/2014/main" id="{7C8F31A0-D453-4B3E-B2DB-CA94C458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CFA"/>
                </a:solidFill>
                <a:latin typeface="Meiryo"/>
                <a:ea typeface="Meiryo"/>
                <a:cs typeface="Meiryo"/>
              </a:rPr>
              <a:t>面白さは「いつ減速を始めるか」</a:t>
            </a:r>
          </a:p>
        </p:txBody>
      </p:sp>
      <p:sp>
        <p:nvSpPr>
          <p:cNvPr id="2" name="進む方向だけでなく、止まるまでの距離を読む">
            <a:extLst xmlns:a="http://schemas.openxmlformats.org/drawingml/2006/main">
              <a:ext uri="{FF2B5EF4-FFF2-40B4-BE49-F238E27FC236}">
                <a16:creationId xmlns:a16="http://schemas.microsoft.com/office/drawing/2014/main" id="{361F2669-3D0F-4DB7-87C6-503BC68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進む方向だけでなく、止まるまでの距離を読む</a:t>
            </a:r>
          </a:p>
        </p:txBody>
      </p:sp>
      <p:sp>
        <p:nvSpPr>
          <p:cNvPr id="3" name="すべる宇宙駐車場 / 企画書">
            <a:extLst xmlns:a="http://schemas.openxmlformats.org/drawingml/2006/main">
              <a:ext uri="{FF2B5EF4-FFF2-40B4-BE49-F238E27FC236}">
                <a16:creationId xmlns:a16="http://schemas.microsoft.com/office/drawing/2014/main" id="{DA050B09-6979-4DB7-9255-274BA8FE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すべる宇宙駐車場 / 企画書</a:t>
            </a:r>
          </a:p>
        </p:txBody>
      </p:sp>
      <p:sp>
        <p:nvSpPr>
          <p:cNvPr id="4" name="03 / 06">
            <a:extLst xmlns:a="http://schemas.openxmlformats.org/drawingml/2006/main">
              <a:ext uri="{FF2B5EF4-FFF2-40B4-BE49-F238E27FC236}">
                <a16:creationId xmlns:a16="http://schemas.microsoft.com/office/drawing/2014/main" id="{E7D108A1-4D64-47DD-8A10-BD0D5F25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03 /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4198A-C413-4863-9539-8D8E75259C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be80c7ec84fe3"/>
          <a:stretch xmlns:a="http://schemas.openxmlformats.org/drawingml/2006/main"/>
        </p:blipFill>
        <p:spPr>
          <a:xfrm xmlns:a="http://schemas.openxmlformats.org/drawingml/2006/main">
            <a:off x="1037167" y="2000250"/>
            <a:ext cx="2592917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枠が近づいてからでは、行き過ぎる">
            <a:extLst xmlns:a="http://schemas.openxmlformats.org/drawingml/2006/main">
              <a:ext uri="{FF2B5EF4-FFF2-40B4-BE49-F238E27FC236}">
                <a16:creationId xmlns:a16="http://schemas.microsoft.com/office/drawing/2014/main" id="{AFDD4451-0979-4496-B46E-8D84CC1A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478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枠が近づいてからでは、行き過ぎる</a:t>
            </a:r>
          </a:p>
        </p:txBody>
      </p:sp>
      <p:sp>
        <p:nvSpPr>
          <p:cNvPr id="7" name="勢いをつけすぎると、逆噴射してもすぐには止まらない。&#10;少し手前で減速し、">
            <a:extLst xmlns:a="http://schemas.openxmlformats.org/drawingml/2006/main">
              <a:ext uri="{FF2B5EF4-FFF2-40B4-BE49-F238E27FC236}">
                <a16:creationId xmlns:a16="http://schemas.microsoft.com/office/drawing/2014/main" id="{1CFAD7E3-2986-485F-978E-1DC54DA1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720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勢いをつけすぎると、逆噴射してもすぐには止まらない。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少し手前で減速し、最後は小さく調整する。</a:t>
            </a:r>
          </a:p>
        </p:txBody>
      </p:sp>
      <p:sp>
        <p:nvSpPr>
          <p:cNvPr id="8" name="失敗から次の操作を考えられる">
            <a:extLst xmlns:a="http://schemas.openxmlformats.org/drawingml/2006/main">
              <a:ext uri="{FF2B5EF4-FFF2-40B4-BE49-F238E27FC236}">
                <a16:creationId xmlns:a16="http://schemas.microsoft.com/office/drawing/2014/main" id="{073747B0-4F2C-4AAA-A7BD-368B93D6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失敗から次の操作を考えられる</a:t>
            </a:r>
          </a:p>
        </p:txBody>
      </p:sp>
      <p:sp>
        <p:nvSpPr>
          <p:cNvPr id="9" name="行き過ぎたら、次は早めに逆噴射。&#10;止まりすぎたら、少しだけ噴射を足す。&#10;">
            <a:extLst xmlns:a="http://schemas.openxmlformats.org/drawingml/2006/main">
              <a:ext uri="{FF2B5EF4-FFF2-40B4-BE49-F238E27FC236}">
                <a16:creationId xmlns:a16="http://schemas.microsoft.com/office/drawing/2014/main" id="{208882C1-8443-4C4D-A925-BD96BAC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7200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行き過ぎたら、次は早めに逆噴射。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止まりすぎたら、少しだけ噴射を足す。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距離感をつかむ過程を遊びにします。</a:t>
            </a:r>
          </a:p>
        </p:txBody>
      </p:sp>
      <p:sp>
        <p:nvSpPr>
          <p:cNvPr id="10" name="狙った枠に収まった瞬間、「自分で止めた」と感じられる設計。">
            <a:extLst xmlns:a="http://schemas.openxmlformats.org/drawingml/2006/main">
              <a:ext uri="{FF2B5EF4-FFF2-40B4-BE49-F238E27FC236}">
                <a16:creationId xmlns:a16="http://schemas.microsoft.com/office/drawing/2014/main" id="{7873E285-6673-4D06-BFB6-87753145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狙った枠に収まった瞬間、「自分で止めた」と感じられる設計。</a:t>
            </a:r>
          </a:p>
        </p:txBody>
      </p:sp>
    </p:spTree>
    <p:extLst>
      <p:ext uri="{BB962C8B-B14F-4D97-AF65-F5344CB8AC3E}">
        <p14:creationId xmlns:p14="http://schemas.microsoft.com/office/powerpoint/2010/main" val="274372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宇宙の駐車場で、進路とタイミングを読む">
            <a:extLst xmlns:a="http://schemas.openxmlformats.org/drawingml/2006/main">
              <a:ext uri="{FF2B5EF4-FFF2-40B4-BE49-F238E27FC236}">
                <a16:creationId xmlns:a16="http://schemas.microsoft.com/office/drawing/2014/main" id="{F2155553-ACA8-4C81-AE2A-17AAC140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宇宙の駐車場で、進路とタイミングを読む</a:t>
            </a:r>
          </a:p>
        </p:txBody>
      </p:sp>
      <p:sp>
        <p:nvSpPr>
          <p:cNvPr id="2" name="ドット絵の船と立体的な空間で、宇宙らしい浮遊感を表現">
            <a:extLst xmlns:a="http://schemas.openxmlformats.org/drawingml/2006/main">
              <a:ext uri="{FF2B5EF4-FFF2-40B4-BE49-F238E27FC236}">
                <a16:creationId xmlns:a16="http://schemas.microsoft.com/office/drawing/2014/main" id="{C65B2B4E-48AC-4AD9-AB06-CBC37856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ドット絵の船と立体的な空間で、宇宙らしい浮遊感を表現</a:t>
            </a:r>
          </a:p>
        </p:txBody>
      </p:sp>
      <p:sp>
        <p:nvSpPr>
          <p:cNvPr id="3" name="すべる宇宙駐車場 / 企画書">
            <a:extLst xmlns:a="http://schemas.openxmlformats.org/drawingml/2006/main">
              <a:ext uri="{FF2B5EF4-FFF2-40B4-BE49-F238E27FC236}">
                <a16:creationId xmlns:a16="http://schemas.microsoft.com/office/drawing/2014/main" id="{250528DA-1DA6-4493-B447-018E327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すべる宇宙駐車場 / 企画書</a:t>
            </a:r>
          </a:p>
        </p:txBody>
      </p:sp>
      <p:sp>
        <p:nvSpPr>
          <p:cNvPr id="4" name="04 / 06">
            <a:extLst xmlns:a="http://schemas.openxmlformats.org/drawingml/2006/main">
              <a:ext uri="{FF2B5EF4-FFF2-40B4-BE49-F238E27FC236}">
                <a16:creationId xmlns:a16="http://schemas.microsoft.com/office/drawing/2014/main" id="{7A4A7DD3-B844-4D20-AD2A-0097192B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04 /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A1070-5EC8-42D1-8B30-2DF01D661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444b6e90243e4"/>
          <a:stretch xmlns:a="http://schemas.openxmlformats.org/drawingml/2006/main"/>
        </p:blipFill>
        <p:spPr>
          <a:xfrm xmlns:a="http://schemas.openxmlformats.org/drawingml/2006/main">
            <a:off x="2471351" y="1828800"/>
            <a:ext cx="7249297" cy="3352800"/>
          </a:xfrm>
          <a:prstGeom xmlns:a="http://schemas.openxmlformats.org/drawingml/2006/main" prst="rect">
            <a:avLst/>
          </a:prstGeom>
        </p:spPr>
      </p:pic>
      <p:sp>
        <p:nvSpPr>
          <p:cNvPr id="6" name="障害物のあるコース">
            <a:extLst xmlns:a="http://schemas.openxmlformats.org/drawingml/2006/main">
              <a:ext uri="{FF2B5EF4-FFF2-40B4-BE49-F238E27FC236}">
                <a16:creationId xmlns:a16="http://schemas.microsoft.com/office/drawing/2014/main" id="{3015DD46-FF0C-48E2-94EC-AF38C0F9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障害物のあるコース</a:t>
            </a:r>
          </a:p>
        </p:txBody>
      </p:sp>
      <p:sp>
        <p:nvSpPr>
          <p:cNvPr id="7" name="曲がる前に減速し、次の進路を整える。&#10;通路の形で噴射の使い方が変わります">
            <a:extLst xmlns:a="http://schemas.openxmlformats.org/drawingml/2006/main">
              <a:ext uri="{FF2B5EF4-FFF2-40B4-BE49-F238E27FC236}">
                <a16:creationId xmlns:a16="http://schemas.microsoft.com/office/drawing/2014/main" id="{061B15F2-0C5A-48DB-93B3-1E1AE42B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33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曲がる前に減速し、次の進路を整える。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通路の形で噴射の使い方が変わります。</a:t>
            </a:r>
          </a:p>
        </p:txBody>
      </p:sp>
      <p:sp>
        <p:nvSpPr>
          <p:cNvPr id="8" name="隕石の予告">
            <a:extLst xmlns:a="http://schemas.openxmlformats.org/drawingml/2006/main">
              <a:ext uri="{FF2B5EF4-FFF2-40B4-BE49-F238E27FC236}">
                <a16:creationId xmlns:a16="http://schemas.microsoft.com/office/drawing/2014/main" id="{DBBE8E20-CC82-4406-897B-4254AF60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67325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隕石の予告</a:t>
            </a:r>
          </a:p>
        </p:txBody>
      </p:sp>
      <p:sp>
        <p:nvSpPr>
          <p:cNvPr id="9" name="進む先の危険を見て、待つか進むか判断。&#10;慣性の操作にタイミングの緊張感を">
            <a:extLst xmlns:a="http://schemas.openxmlformats.org/drawingml/2006/main">
              <a:ext uri="{FF2B5EF4-FFF2-40B4-BE49-F238E27FC236}">
                <a16:creationId xmlns:a16="http://schemas.microsoft.com/office/drawing/2014/main" id="{D426DD56-E312-4453-86C5-D4073C67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43575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進む先の危険を見て、待つか進むか判断。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慣性の操作にタイミングの緊張感を加えます。</a:t>
            </a:r>
          </a:p>
        </p:txBody>
      </p:sp>
    </p:spTree>
    <p:extLst>
      <p:ext uri="{BB962C8B-B14F-4D97-AF65-F5344CB8AC3E}">
        <p14:creationId xmlns:p14="http://schemas.microsoft.com/office/powerpoint/2010/main" val="1577852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クリアの次は、もっと少ない噴射で">
            <a:extLst xmlns:a="http://schemas.openxmlformats.org/drawingml/2006/main">
              <a:ext uri="{FF2B5EF4-FFF2-40B4-BE49-F238E27FC236}">
                <a16:creationId xmlns:a16="http://schemas.microsoft.com/office/drawing/2014/main" id="{F9FA4FF9-8B19-4469-AE05-4A8C4E5B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CFA"/>
                </a:solidFill>
                <a:latin typeface="Meiryo"/>
                <a:ea typeface="Meiryo"/>
                <a:cs typeface="Meiryo"/>
              </a:rPr>
              <a:t>クリアの次は、もっと少ない噴射で</a:t>
            </a:r>
          </a:p>
        </p:txBody>
      </p:sp>
      <p:sp>
        <p:nvSpPr>
          <p:cNvPr id="2" name="記録を見比べ、操作の上達を実感する">
            <a:extLst xmlns:a="http://schemas.openxmlformats.org/drawingml/2006/main">
              <a:ext uri="{FF2B5EF4-FFF2-40B4-BE49-F238E27FC236}">
                <a16:creationId xmlns:a16="http://schemas.microsoft.com/office/drawing/2014/main" id="{9EFF3DC4-DE13-4C88-985A-55CACD7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記録を見比べ、操作の上達を実感する</a:t>
            </a:r>
          </a:p>
        </p:txBody>
      </p:sp>
      <p:sp>
        <p:nvSpPr>
          <p:cNvPr id="3" name="すべる宇宙駐車場 / 企画書">
            <a:extLst xmlns:a="http://schemas.openxmlformats.org/drawingml/2006/main">
              <a:ext uri="{FF2B5EF4-FFF2-40B4-BE49-F238E27FC236}">
                <a16:creationId xmlns:a16="http://schemas.microsoft.com/office/drawing/2014/main" id="{80DDBF57-EF62-4318-A83C-BC7027D6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すべる宇宙駐車場 / 企画書</a:t>
            </a:r>
          </a:p>
        </p:txBody>
      </p:sp>
      <p:sp>
        <p:nvSpPr>
          <p:cNvPr id="4" name="05 / 06">
            <a:extLst xmlns:a="http://schemas.openxmlformats.org/drawingml/2006/main">
              <a:ext uri="{FF2B5EF4-FFF2-40B4-BE49-F238E27FC236}">
                <a16:creationId xmlns:a16="http://schemas.microsoft.com/office/drawing/2014/main" id="{2BB79AD0-CBC7-4E12-9190-3F187E42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05 /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B606C-4151-4D20-81CB-53F6ED369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38adf9b3f4c62"/>
          <a:stretch xmlns:a="http://schemas.openxmlformats.org/drawingml/2006/main"/>
        </p:blipFill>
        <p:spPr>
          <a:xfrm xmlns:a="http://schemas.openxmlformats.org/drawingml/2006/main">
            <a:off x="609600" y="2010608"/>
            <a:ext cx="7410450" cy="3427333"/>
          </a:xfrm>
          <a:prstGeom xmlns:a="http://schemas.openxmlformats.org/drawingml/2006/main" prst="rect">
            <a:avLst/>
          </a:prstGeom>
        </p:spPr>
      </p:pic>
      <p:sp>
        <p:nvSpPr>
          <p:cNvPr id="6" name="やり直す目標が見える">
            <a:extLst xmlns:a="http://schemas.openxmlformats.org/drawingml/2006/main">
              <a:ext uri="{FF2B5EF4-FFF2-40B4-BE49-F238E27FC236}">
                <a16:creationId xmlns:a16="http://schemas.microsoft.com/office/drawing/2014/main" id="{6AC11580-55AF-4363-A19D-789B417F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やり直す目標が見える</a:t>
            </a:r>
          </a:p>
        </p:txBody>
      </p:sp>
      <p:sp>
        <p:nvSpPr>
          <p:cNvPr id="7" name="走行時間・操作回数・&#10;衝突回数で振り返る。&#10;次に減らしたいミスを&#10;決めて">
            <a:extLst xmlns:a="http://schemas.openxmlformats.org/drawingml/2006/main">
              <a:ext uri="{FF2B5EF4-FFF2-40B4-BE49-F238E27FC236}">
                <a16:creationId xmlns:a16="http://schemas.microsoft.com/office/drawing/2014/main" id="{A2343021-BB61-4967-8DF1-957D791B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95525"/>
            <a:ext cx="31718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走行時間・操作回数・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衝突回数で振り返る。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次に減らしたいミスを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決めて再挑戦する。</a:t>
            </a:r>
          </a:p>
        </p:txBody>
      </p:sp>
      <p:sp>
        <p:nvSpPr>
          <p:cNvPr id="8" name="iOS公開版">
            <a:extLst xmlns:a="http://schemas.openxmlformats.org/drawingml/2006/main">
              <a:ext uri="{FF2B5EF4-FFF2-40B4-BE49-F238E27FC236}">
                <a16:creationId xmlns:a16="http://schemas.microsoft.com/office/drawing/2014/main" id="{42191936-B117-4ADF-BB92-0298C5D9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10025"/>
            <a:ext cx="3171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iOS公開版</a:t>
            </a:r>
          </a:p>
        </p:txBody>
      </p:sp>
      <p:sp>
        <p:nvSpPr>
          <p:cNvPr id="9" name="全6コース、S〜C評価。&#10;Game Centerの&#10;ランキングにも対応。">
            <a:extLst xmlns:a="http://schemas.openxmlformats.org/drawingml/2006/main">
              <a:ext uri="{FF2B5EF4-FFF2-40B4-BE49-F238E27FC236}">
                <a16:creationId xmlns:a16="http://schemas.microsoft.com/office/drawing/2014/main" id="{0EB426D0-DFFC-4B31-BADC-2807B4FB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86275"/>
            <a:ext cx="31718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全6コース、S〜C評価。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Game Centerの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ランキングにも対応。</a:t>
            </a:r>
          </a:p>
        </p:txBody>
      </p:sp>
      <p:sp>
        <p:nvSpPr>
          <p:cNvPr id="10" name="初回は駐車成功を、慣れてきたら自分の記録更新を目指す構成。">
            <a:extLst xmlns:a="http://schemas.openxmlformats.org/drawingml/2006/main">
              <a:ext uri="{FF2B5EF4-FFF2-40B4-BE49-F238E27FC236}">
                <a16:creationId xmlns:a16="http://schemas.microsoft.com/office/drawing/2014/main" id="{43384907-82C7-473B-9B48-36FE7E8C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025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初回は駐車成功を、慣れてきたら自分の記録更新を目指す構成。</a:t>
            </a:r>
          </a:p>
        </p:txBody>
      </p:sp>
    </p:spTree>
    <p:extLst>
      <p:ext uri="{BB962C8B-B14F-4D97-AF65-F5344CB8AC3E}">
        <p14:creationId xmlns:p14="http://schemas.microsoft.com/office/powerpoint/2010/main" val="1452108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D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制作体制と公開先">
            <a:extLst xmlns:a="http://schemas.openxmlformats.org/drawingml/2006/main">
              <a:ext uri="{FF2B5EF4-FFF2-40B4-BE49-F238E27FC236}">
                <a16:creationId xmlns:a16="http://schemas.microsoft.com/office/drawing/2014/main" id="{4E04CD9D-36A5-42A2-9553-3996F00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CFA"/>
                </a:solidFill>
                <a:latin typeface="Meiryo"/>
                <a:ea typeface="Meiryo"/>
                <a:cs typeface="Meiryo"/>
              </a:rPr>
              <a:t>制作体制と公開先</a:t>
            </a:r>
          </a:p>
        </p:txBody>
      </p:sp>
      <p:sp>
        <p:nvSpPr>
          <p:cNvPr id="2" name="制作人数：4人 / 開発環境：Unity 6">
            <a:extLst xmlns:a="http://schemas.openxmlformats.org/drawingml/2006/main">
              <a:ext uri="{FF2B5EF4-FFF2-40B4-BE49-F238E27FC236}">
                <a16:creationId xmlns:a16="http://schemas.microsoft.com/office/drawing/2014/main" id="{7A8F0108-CDFD-4B63-BA21-4B33404A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BD069"/>
                </a:solidFill>
                <a:latin typeface="Meiryo"/>
                <a:ea typeface="Meiryo"/>
                <a:cs typeface="Meiryo"/>
              </a:rPr>
              <a:t>制作人数：4人 / 開発環境：Unity 6</a:t>
            </a:r>
          </a:p>
        </p:txBody>
      </p:sp>
      <p:sp>
        <p:nvSpPr>
          <p:cNvPr id="3" name="すべる宇宙駐車場 / 企画書">
            <a:extLst xmlns:a="http://schemas.openxmlformats.org/drawingml/2006/main">
              <a:ext uri="{FF2B5EF4-FFF2-40B4-BE49-F238E27FC236}">
                <a16:creationId xmlns:a16="http://schemas.microsoft.com/office/drawing/2014/main" id="{79093C67-019A-4E5B-A2BD-FE349E85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すべる宇宙駐車場 / 企画書</a:t>
            </a:r>
          </a:p>
        </p:txBody>
      </p:sp>
      <p:sp>
        <p:nvSpPr>
          <p:cNvPr id="4" name="06 / 06">
            <a:extLst xmlns:a="http://schemas.openxmlformats.org/drawingml/2006/main">
              <a:ext uri="{FF2B5EF4-FFF2-40B4-BE49-F238E27FC236}">
                <a16:creationId xmlns:a16="http://schemas.microsoft.com/office/drawing/2014/main" id="{D15CBB3C-3E28-4687-84C4-EB2519E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defPPr>
            <a:lvl1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1pPr>
            <a:lvl2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2pPr>
            <a:lvl3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3pPr>
            <a:lvl4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4pPr>
            <a:lvl5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5pPr>
            <a:lvl6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6pPr>
            <a:lvl7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7pPr>
            <a:lvl8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8pPr>
            <a:lvl9pPr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00" b="0">
                <a:solidFill>
                  <a:srgbClr val="BCCBD0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CCBD0"/>
                </a:solidFill>
                <a:latin typeface="Meiryo"/>
                <a:ea typeface="Meiryo"/>
                <a:cs typeface="Meiryo"/>
              </a:rPr>
              <a:t>06 /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C9C28-BB6F-46D6-9FD2-3D624540CE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d17aa0a4347ba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私の担当">
            <a:extLst xmlns:a="http://schemas.openxmlformats.org/drawingml/2006/main">
              <a:ext uri="{FF2B5EF4-FFF2-40B4-BE49-F238E27FC236}">
                <a16:creationId xmlns:a16="http://schemas.microsoft.com/office/drawing/2014/main" id="{711E3DF6-D9A3-4ECE-A42D-DD6D7A4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私の担当</a:t>
            </a:r>
          </a:p>
        </p:txBody>
      </p:sp>
      <p:sp>
        <p:nvSpPr>
          <p:cNvPr id="7" name="企画立案・整理・画像作成・SE。&#10;慣性と駐車を組み合わせた遊びをまとめ、">
            <a:extLst xmlns:a="http://schemas.openxmlformats.org/drawingml/2006/main">
              <a:ext uri="{FF2B5EF4-FFF2-40B4-BE49-F238E27FC236}">
                <a16:creationId xmlns:a16="http://schemas.microsoft.com/office/drawing/2014/main" id="{B97A7DE9-D808-47AB-BA47-AD2557E3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7486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企画立案・整理・画像作成・SE。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慣性と駐車を組み合わせた遊びをまとめ、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画面や音の素材づくりにも取り組みました。</a:t>
            </a:r>
          </a:p>
        </p:txBody>
      </p:sp>
      <p:sp>
        <p:nvSpPr>
          <p:cNvPr id="8" name="公開形態">
            <a:extLst xmlns:a="http://schemas.openxmlformats.org/drawingml/2006/main">
              <a:ext uri="{FF2B5EF4-FFF2-40B4-BE49-F238E27FC236}">
                <a16:creationId xmlns:a16="http://schemas.microsoft.com/office/drawing/2014/main" id="{DD25F7C5-7F97-4BD0-BE94-334C096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BD069"/>
                </a:solidFill>
                <a:latin typeface="Meiryo"/>
                <a:ea typeface="Meiryo"/>
                <a:cs typeface="Meiryo"/>
              </a:rPr>
              <a:t>公開形態</a:t>
            </a:r>
          </a:p>
        </p:txBody>
      </p:sp>
      <p:sp>
        <p:nvSpPr>
          <p:cNvPr id="9" name="iPhone・iPad向けにApp Storeで公開。&#10;PCではunit">
            <a:extLst xmlns:a="http://schemas.openxmlformats.org/drawingml/2006/main">
              <a:ext uri="{FF2B5EF4-FFF2-40B4-BE49-F238E27FC236}">
                <a16:creationId xmlns:a16="http://schemas.microsoft.com/office/drawing/2014/main" id="{D5FD6144-CFB8-4037-BE51-1029D189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7486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iPhone・iPad向けにApp Storeで公開。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CF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CFA"/>
                </a:solidFill>
                <a:latin typeface="Meiryo"/>
                <a:ea typeface="Meiryo"/>
                <a:cs typeface="Meiryo"/>
              </a:rPr>
              <a:t>PCではunityroomからブラウザーでプレイできます。</a:t>
            </a:r>
          </a:p>
        </p:txBody>
      </p:sp>
      <p:sp>
        <p:nvSpPr>
          <p:cNvPr id="10" name="App Storeで見る">
            <a:extLst xmlns:a="http://schemas.openxmlformats.org/drawingml/2006/main">
              <a:ext uri="{FF2B5EF4-FFF2-40B4-BE49-F238E27FC236}">
                <a16:creationId xmlns:a16="http://schemas.microsoft.com/office/drawing/2014/main" id="{B7E27356-567D-4AB0-9419-CB046DD3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BD069"/>
                </a:solidFill>
                <a:latin typeface="Meiryo"/>
                <a:ea typeface="Meiryo"/>
                <a:cs typeface="Meiryo"/>
                <a:hlinkClick xmlns:r="http://schemas.openxmlformats.org/officeDocument/2006/relationships" r:id="Rf83dc4ffd8e74545"/>
              </a:rPr>
              <a:t>App Storeで見る</a:t>
            </a:r>
          </a:p>
        </p:txBody>
      </p:sp>
      <p:sp>
        <p:nvSpPr>
          <p:cNvPr id="11" name="unityroomでプレイ">
            <a:extLst xmlns:a="http://schemas.openxmlformats.org/drawingml/2006/main">
              <a:ext uri="{FF2B5EF4-FFF2-40B4-BE49-F238E27FC236}">
                <a16:creationId xmlns:a16="http://schemas.microsoft.com/office/drawing/2014/main" id="{88151891-B9D2-4690-801E-441B37F0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defPPr>
            <a:lvl1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1pPr>
            <a:lvl2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2pPr>
            <a:lvl3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3pPr>
            <a:lvl4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4pPr>
            <a:lvl5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5pPr>
            <a:lvl6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6pPr>
            <a:lvl7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7pPr>
            <a:lvl8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8pPr>
            <a:lvl9pPr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FBD06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BD069"/>
                </a:solidFill>
                <a:latin typeface="Meiryo"/>
                <a:ea typeface="Meiryo"/>
                <a:cs typeface="Meiryo"/>
                <a:hlinkClick xmlns:r="http://schemas.openxmlformats.org/officeDocument/2006/relationships" r:id="R3b8f99d66e6f49a9"/>
              </a:rPr>
              <a:t>unityroomでプレイ</a:t>
            </a:r>
          </a:p>
        </p:txBody>
      </p:sp>
    </p:spTree>
    <p:extLst>
      <p:ext uri="{BB962C8B-B14F-4D97-AF65-F5344CB8AC3E}">
        <p14:creationId xmlns:p14="http://schemas.microsoft.com/office/powerpoint/2010/main" val="847894131"/>
      </p:ext>
    </p:extLst>
  </p:cSld>
</p:sld>
</file>

<file path=ppt/theme/theme1.xml><?xml version="1.0" encoding="utf-8"?>
<a:theme xmlns:a="http://schemas.openxmlformats.org/drawingml/2006/main" name="ChatGPT">
  <a:themeElements>
    <a:clrScheme name="すべる宇宙駐車場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FBD069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FBD069"/>
      </a:hlink>
      <a:folHlink>
        <a:srgbClr val="FBD069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すべる宇宙駐車場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2026-10-30T07:51:39.9000000Z</dcterms:created>
  <dcterms:modified xsi:type="dcterms:W3CDTF">2026-10-30T07:51:39.9000000Z</dcterms:modified>
</coreProperties>
</file>