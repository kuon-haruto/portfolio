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e324cf35394f55" /><Relationship Type="http://schemas.openxmlformats.org/officeDocument/2006/relationships/extended-properties" Target="/docProps/app.xml" Id="R1f07e0e892584756" /><Relationship Type="http://schemas.openxmlformats.org/officeDocument/2006/relationships/officeDocument" Target="/ppt/presentation.xml" Id="R319fcd71f85048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063bc5869c484c"/>
  </p:sldMasterIdLst>
  <p:notesMasterIdLst>
    <p:notesMasterId xmlns:r="http://schemas.openxmlformats.org/officeDocument/2006/relationships" r:id="Rcb51521d59354df7"/>
  </p:notesMasterIdLst>
  <p:sldIdLst>
    <p:sldId xmlns:r="http://schemas.openxmlformats.org/officeDocument/2006/relationships" id="256" r:id="R0f6b162043b24a33"/>
    <p:sldId xmlns:r="http://schemas.openxmlformats.org/officeDocument/2006/relationships" id="257" r:id="R022c20c5461d4a2a"/>
    <p:sldId xmlns:r="http://schemas.openxmlformats.org/officeDocument/2006/relationships" id="258" r:id="Rf1db2413343842c6"/>
    <p:sldId xmlns:r="http://schemas.openxmlformats.org/officeDocument/2006/relationships" id="259" r:id="R8c615b8714794410"/>
    <p:sldId xmlns:r="http://schemas.openxmlformats.org/officeDocument/2006/relationships" id="260" r:id="R803dc52c31ae4635"/>
    <p:sldId xmlns:r="http://schemas.openxmlformats.org/officeDocument/2006/relationships" id="261" r:id="Rc0deaa1c65a342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ff8a74d62345fd" /><Relationship Type="http://schemas.openxmlformats.org/officeDocument/2006/relationships/slideMaster" Target="/ppt/slideMasters/slideMaster1.xml" Id="R1f063bc5869c484c" /><Relationship Type="http://schemas.openxmlformats.org/officeDocument/2006/relationships/notesMaster" Target="/ppt/notesMasters/notesMaster1.xml" Id="Rcb51521d59354df7" /><Relationship Type="http://schemas.openxmlformats.org/officeDocument/2006/relationships/presProps" Target="/ppt/presProps.xml" Id="Rf4dfc6f931154654" /><Relationship Type="http://schemas.openxmlformats.org/officeDocument/2006/relationships/tableStyles" Target="/ppt/tableStyles.xml" Id="R06048915f5544b48" /><Relationship Type="http://schemas.openxmlformats.org/officeDocument/2006/relationships/slide" Target="/ppt/slides/slide1.xml" Id="R0f6b162043b24a33" /><Relationship Type="http://schemas.openxmlformats.org/officeDocument/2006/relationships/slide" Target="/ppt/slides/slide2.xml" Id="R022c20c5461d4a2a" /><Relationship Type="http://schemas.openxmlformats.org/officeDocument/2006/relationships/slide" Target="/ppt/slides/slide3.xml" Id="Rf1db2413343842c6" /><Relationship Type="http://schemas.openxmlformats.org/officeDocument/2006/relationships/slide" Target="/ppt/slides/slide4.xml" Id="R8c615b8714794410" /><Relationship Type="http://schemas.openxmlformats.org/officeDocument/2006/relationships/slide" Target="/ppt/slides/slide5.xml" Id="R803dc52c31ae4635" /><Relationship Type="http://schemas.openxmlformats.org/officeDocument/2006/relationships/slide" Target="/ppt/slides/slide6.xml" Id="Rc0deaa1c65a342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4525b49b6c4f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三色の分岐係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2364AD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2364AD"/>
      </a:hlink>
      <a:folHlink>
        <a:srgbClr val="2364AD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三色の分岐係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0c696f071e4009" /><Relationship Type="http://schemas.openxmlformats.org/officeDocument/2006/relationships/notesMaster" Target="/ppt/notesMasters/notesMaster1.xml" Id="R00d2883fb0dc4c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b926756ada4a14" /><Relationship Type="http://schemas.openxmlformats.org/officeDocument/2006/relationships/notesMaster" Target="/ppt/notesMasters/notesMaster1.xml" Id="R99b06519eb9446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8597d7d07a4ede" /><Relationship Type="http://schemas.openxmlformats.org/officeDocument/2006/relationships/notesMaster" Target="/ppt/notesMasters/notesMaster1.xml" Id="R3db2852f9f7b4f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f6e2a97693469c" /><Relationship Type="http://schemas.openxmlformats.org/officeDocument/2006/relationships/notesMaster" Target="/ppt/notesMasters/notesMaster1.xml" Id="R5b30a95caf9d45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7ce7f983354953" /><Relationship Type="http://schemas.openxmlformats.org/officeDocument/2006/relationships/notesMaster" Target="/ppt/notesMasters/notesMaster1.xml" Id="R246657f91c344a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9588f474c044c2" /><Relationship Type="http://schemas.openxmlformats.org/officeDocument/2006/relationships/notesMaster" Target="/ppt/notesMasters/notesMaster1.xml" Id="Rcc494770ae5e4d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作品紹介：src/sections/works.html #game-sanshoku-bunki</a:t>
            </a:r>
          </a:p>
          <a:p xmlns:a="http://schemas.openxmlformats.org/drawingml/2006/main">
            <a:r>
              <a:t>実装：D:/三色分岐/Assets/Scripts/Luggage/RouteJudge.cs、UpJudge.cs、Core/Manager/HPManager.cs</a:t>
            </a:r>
          </a:p>
          <a:p xmlns:a="http://schemas.openxmlformats.org/drawingml/2006/main">
            <a:r>
              <a:t>掲載画像：D:/三色分岐/Assets/Images/Background、Item、Tutorial の既存素材</a:t>
            </a:r>
          </a:p>
          <a:p xmlns:a="http://schemas.openxmlformats.org/drawingml/2006/main">
            <a:r>
              <a:t>制作人数5人・担当：利用者確認。公開先：https://unityroom.com/games/sansyokunobunkigakari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bcf69e62cc4d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22497f1ab4d4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3e72ee9dab4f4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e4d41f2f34c4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f6d35d759842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1e993f5d0845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529307-521E-4092-AB84-6ADF4A55A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96007BA-0670-472F-B896-C16E9C8FAF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C5133A6-F3AC-41B1-953C-8C2FA1235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DF3C40-5A0D-4D30-998C-CA1F6F7BA9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D29F56-C493-470F-8F18-CDF37B411C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0F49030-2D27-4DFB-9685-B3C8581918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1213B2-5FED-4DA2-A170-D410CBC6D8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743086-8149-46C4-BA5E-C9F9B2545F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C913FC-C871-45BC-B2A5-C1D650A3EF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983D63-E90F-4B96-B718-44012C9B14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b168f8d6e84aac" /><Relationship Type="http://schemas.openxmlformats.org/officeDocument/2006/relationships/slideLayout" Target="/ppt/slideLayouts/slideLayout1.xml" Id="R8ffdefa7794d4180" /><Relationship Type="http://schemas.openxmlformats.org/officeDocument/2006/relationships/slideLayout" Target="/ppt/slideLayouts/slideLayout2.xml" Id="Reba17051e1ff4a14" /><Relationship Type="http://schemas.openxmlformats.org/officeDocument/2006/relationships/slideLayout" Target="/ppt/slideLayouts/slideLayout3.xml" Id="Rcd5f23b755974b86" /><Relationship Type="http://schemas.openxmlformats.org/officeDocument/2006/relationships/slideLayout" Target="/ppt/slideLayouts/slideLayout4.xml" Id="Rb77061b1a0f1475a" /><Relationship Type="http://schemas.openxmlformats.org/officeDocument/2006/relationships/slideLayout" Target="/ppt/slideLayouts/slideLayout5.xml" Id="Rcabed8bd73e14e07" /><Relationship Type="http://schemas.openxmlformats.org/officeDocument/2006/relationships/slideLayout" Target="/ppt/slideLayouts/slideLayout6.xml" Id="Rd85fe10fc48d4a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fdefa7794d4180"/>
    <p:sldLayoutId xmlns:r="http://schemas.openxmlformats.org/officeDocument/2006/relationships" id="2147483650" r:id="Reba17051e1ff4a14"/>
    <p:sldLayoutId xmlns:r="http://schemas.openxmlformats.org/officeDocument/2006/relationships" id="2147483651" r:id="Rcd5f23b755974b86"/>
    <p:sldLayoutId xmlns:r="http://schemas.openxmlformats.org/officeDocument/2006/relationships" id="2147483652" r:id="Rb77061b1a0f1475a"/>
    <p:sldLayoutId xmlns:r="http://schemas.openxmlformats.org/officeDocument/2006/relationships" id="2147483653" r:id="Rcabed8bd73e14e07"/>
    <p:sldLayoutId xmlns:r="http://schemas.openxmlformats.org/officeDocument/2006/relationships" id="2147483654" r:id="Rd85fe10fc48d4a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三色の分岐係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2364AD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2364AD"/>
      </a:hlink>
      <a:folHlink>
        <a:srgbClr val="2364AD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三色の分岐係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684bc65e6e4337" /><Relationship Type="http://schemas.openxmlformats.org/officeDocument/2006/relationships/image" Target="/ppt/media/image.png" Id="R148d2d85f84a4fdc" /><Relationship Type="http://schemas.openxmlformats.org/officeDocument/2006/relationships/notesSlide" Target="/ppt/notesSlides/notesSlide1.xml" Id="Re0efc1ae64e94b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ad6232d3f64b91" /><Relationship Type="http://schemas.openxmlformats.org/officeDocument/2006/relationships/image" Target="/ppt/media/image2.png" Id="Rd1eb4aaafd474e7a" /><Relationship Type="http://schemas.openxmlformats.org/officeDocument/2006/relationships/notesSlide" Target="/ppt/notesSlides/notesSlide2.xml" Id="R83615c9d23854e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2157b829d64048" /><Relationship Type="http://schemas.openxmlformats.org/officeDocument/2006/relationships/image" Target="/ppt/media/image3.png" Id="R6c6cc2ed6a1444c4" /><Relationship Type="http://schemas.openxmlformats.org/officeDocument/2006/relationships/image" Target="/ppt/media/image4.png" Id="Rbe4bc08fa67e4871" /><Relationship Type="http://schemas.openxmlformats.org/officeDocument/2006/relationships/notesSlide" Target="/ppt/notesSlides/notesSlide3.xml" Id="Rb5b1dd13b5944a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8d9ab4302349f5" /><Relationship Type="http://schemas.openxmlformats.org/officeDocument/2006/relationships/image" Target="/ppt/media/image5.png" Id="R46166db5f86b4048" /><Relationship Type="http://schemas.openxmlformats.org/officeDocument/2006/relationships/image" Target="/ppt/media/image6.png" Id="R25a62dfa351a4161" /><Relationship Type="http://schemas.openxmlformats.org/officeDocument/2006/relationships/notesSlide" Target="/ppt/notesSlides/notesSlide4.xml" Id="R2b7486b2efea4e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f558a35ed04bf3" /><Relationship Type="http://schemas.openxmlformats.org/officeDocument/2006/relationships/image" Target="/ppt/media/image7.png" Id="R813312b5c9054ed5" /><Relationship Type="http://schemas.openxmlformats.org/officeDocument/2006/relationships/notesSlide" Target="/ppt/notesSlides/notesSlide5.xml" Id="R6ed9fc8c438347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3cf2749e94a3d" /><Relationship Type="http://schemas.openxmlformats.org/officeDocument/2006/relationships/image" Target="/ppt/media/image8.png" Id="Rc24fcc6f43c24151" /><Relationship Type="http://schemas.openxmlformats.org/officeDocument/2006/relationships/hyperlink" Target="https://unityroom.com/games/sansyokunobunkigakari" TargetMode="External" Id="R9cb5f202894e4f9b" /><Relationship Type="http://schemas.openxmlformats.org/officeDocument/2006/relationships/notesSlide" Target="/ppt/notesSlides/notesSlide6.xml" Id="Rc4560ccb1bc14b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三色の分岐係">
            <a:extLst xmlns:a="http://schemas.openxmlformats.org/drawingml/2006/main">
              <a:ext uri="{FF2B5EF4-FFF2-40B4-BE49-F238E27FC236}">
                <a16:creationId xmlns:a16="http://schemas.microsoft.com/office/drawing/2014/main" id="{CA04F4B6-B0A1-4A0B-8D30-7B50C82C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三色の分岐係</a:t>
            </a:r>
          </a:p>
        </p:txBody>
      </p:sp>
      <p:sp>
        <p:nvSpPr>
          <p:cNvPr id="2" name="品物を見分け、分岐を切り替える仕分けアクション">
            <a:extLst xmlns:a="http://schemas.openxmlformats.org/drawingml/2006/main">
              <a:ext uri="{FF2B5EF4-FFF2-40B4-BE49-F238E27FC236}">
                <a16:creationId xmlns:a16="http://schemas.microsoft.com/office/drawing/2014/main" id="{58CB9F8B-3626-4186-8E73-27607A9C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品物を見分け、分岐を切り替える仕分けアクション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15CAE8AA-B3EF-4390-BF84-64EAFEF6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1 / 06">
            <a:extLst xmlns:a="http://schemas.openxmlformats.org/drawingml/2006/main">
              <a:ext uri="{FF2B5EF4-FFF2-40B4-BE49-F238E27FC236}">
                <a16:creationId xmlns:a16="http://schemas.microsoft.com/office/drawing/2014/main" id="{51F7B939-5479-44EC-BF31-DB2F9C43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01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A4B3C-CE35-414E-852A-75CBD983F9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d2d85f84a4fdc"/>
          <a:stretch xmlns:a="http://schemas.openxmlformats.org/drawingml/2006/main"/>
        </p:blipFill>
        <p:spPr>
          <a:xfrm xmlns:a="http://schemas.openxmlformats.org/drawingml/2006/main">
            <a:off x="614363" y="1771650"/>
            <a:ext cx="6315075" cy="4210050"/>
          </a:xfrm>
          <a:prstGeom xmlns:a="http://schemas.openxmlformats.org/drawingml/2006/main" prst="rect">
            <a:avLst/>
          </a:prstGeom>
        </p:spPr>
      </p:pic>
      <p:sp>
        <p:nvSpPr>
          <p:cNvPr id="6" name="種類だけでは&#10;決められない。">
            <a:extLst xmlns:a="http://schemas.openxmlformats.org/drawingml/2006/main">
              <a:ext uri="{FF2B5EF4-FFF2-40B4-BE49-F238E27FC236}">
                <a16:creationId xmlns:a16="http://schemas.microsoft.com/office/drawing/2014/main" id="{2B06F1EB-2A68-4A55-B949-03BCF39F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57400"/>
            <a:ext cx="40386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225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種類だけでは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322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225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決められない。</a:t>
            </a:r>
          </a:p>
        </p:txBody>
      </p:sp>
      <p:sp>
        <p:nvSpPr>
          <p:cNvPr id="7" name="流れてきた品物を見て、&#10;正しいレーンへ。&#10;壊れていたら、&#10;仕分けずに送り">
            <a:extLst xmlns:a="http://schemas.openxmlformats.org/drawingml/2006/main">
              <a:ext uri="{FF2B5EF4-FFF2-40B4-BE49-F238E27FC236}">
                <a16:creationId xmlns:a16="http://schemas.microsoft.com/office/drawing/2014/main" id="{173086BF-B49B-4C61-9916-DE5CF5CD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67125"/>
            <a:ext cx="4038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流れてきた品物を見て、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正しいレーンへ。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壊れていたら、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2175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2175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仕分けずに送り返す。</a:t>
            </a:r>
          </a:p>
        </p:txBody>
      </p:sp>
      <p:sp>
        <p:nvSpPr>
          <p:cNvPr id="8" name="制作人数：5人 / Unity 6&#10;企画書作成：島本善太">
            <a:extLst xmlns:a="http://schemas.openxmlformats.org/drawingml/2006/main">
              <a:ext uri="{FF2B5EF4-FFF2-40B4-BE49-F238E27FC236}">
                <a16:creationId xmlns:a16="http://schemas.microsoft.com/office/drawing/2014/main" id="{AF93C063-67A5-4A37-ABEA-2FD4A149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19750"/>
            <a:ext cx="4038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制作人数：5人 / Unity 6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65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企画書作成：島本善太</a:t>
            </a:r>
          </a:p>
        </p:txBody>
      </p:sp>
    </p:spTree>
    <p:extLst>
      <p:ext uri="{BB962C8B-B14F-4D97-AF65-F5344CB8AC3E}">
        <p14:creationId xmlns:p14="http://schemas.microsoft.com/office/powerpoint/2010/main" val="19129887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流れる品物を、その場で判断する">
            <a:extLst xmlns:a="http://schemas.openxmlformats.org/drawingml/2006/main">
              <a:ext uri="{FF2B5EF4-FFF2-40B4-BE49-F238E27FC236}">
                <a16:creationId xmlns:a16="http://schemas.microsoft.com/office/drawing/2014/main" id="{0F0AF934-7D40-4CC9-B11E-9E9DD9F0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流れる品物を、その場で判断する</a:t>
            </a:r>
          </a:p>
        </p:txBody>
      </p:sp>
      <p:sp>
        <p:nvSpPr>
          <p:cNvPr id="2" name="「何の品物か」と「正常か」を見分ける遊び">
            <a:extLst xmlns:a="http://schemas.openxmlformats.org/drawingml/2006/main">
              <a:ext uri="{FF2B5EF4-FFF2-40B4-BE49-F238E27FC236}">
                <a16:creationId xmlns:a16="http://schemas.microsoft.com/office/drawing/2014/main" id="{44160FA3-EF1B-45AA-AE18-B2621B6A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「何の品物か」と「正常か」を見分ける遊び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E54C59BB-8F01-4128-A3FA-53A01B2B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2 / 06">
            <a:extLst xmlns:a="http://schemas.openxmlformats.org/drawingml/2006/main">
              <a:ext uri="{FF2B5EF4-FFF2-40B4-BE49-F238E27FC236}">
                <a16:creationId xmlns:a16="http://schemas.microsoft.com/office/drawing/2014/main" id="{FD72BBF7-243F-4768-AE3B-7B3C571C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02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FA8D1-7C37-4E8F-878E-3448607D18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b4aaafd474e7a"/>
          <a:stretch xmlns:a="http://schemas.openxmlformats.org/drawingml/2006/main"/>
        </p:blipFill>
        <p:spPr>
          <a:xfrm xmlns:a="http://schemas.openxmlformats.org/drawingml/2006/main">
            <a:off x="610869" y="1743075"/>
            <a:ext cx="7236461" cy="4029075"/>
          </a:xfrm>
          <a:prstGeom xmlns:a="http://schemas.openxmlformats.org/drawingml/2006/main" prst="rect">
            <a:avLst/>
          </a:prstGeom>
        </p:spPr>
      </p:pic>
      <p:sp>
        <p:nvSpPr>
          <p:cNvPr id="6" name="基本の流れ">
            <a:extLst xmlns:a="http://schemas.openxmlformats.org/drawingml/2006/main">
              <a:ext uri="{FF2B5EF4-FFF2-40B4-BE49-F238E27FC236}">
                <a16:creationId xmlns:a16="http://schemas.microsoft.com/office/drawing/2014/main" id="{8494927A-2918-4C45-8A07-AC567437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47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基本の流れ</a:t>
            </a:r>
          </a:p>
        </p:txBody>
      </p:sp>
      <p:sp>
        <p:nvSpPr>
          <p:cNvPr id="7" name="品物を見る。&#10;送る方向を選ぶ。&#10;結果を確認して、次へ。">
            <a:extLst xmlns:a="http://schemas.openxmlformats.org/drawingml/2006/main">
              <a:ext uri="{FF2B5EF4-FFF2-40B4-BE49-F238E27FC236}">
                <a16:creationId xmlns:a16="http://schemas.microsoft.com/office/drawing/2014/main" id="{961DD89A-B178-4EBD-B131-62D94144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33337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品物を見る。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送る方向を選ぶ。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結果を確認して、次へ。</a:t>
            </a:r>
          </a:p>
        </p:txBody>
      </p:sp>
      <p:sp>
        <p:nvSpPr>
          <p:cNvPr id="8" name="想定するプレイヤー">
            <a:extLst xmlns:a="http://schemas.openxmlformats.org/drawingml/2006/main">
              <a:ext uri="{FF2B5EF4-FFF2-40B4-BE49-F238E27FC236}">
                <a16:creationId xmlns:a16="http://schemas.microsoft.com/office/drawing/2014/main" id="{8F53E32D-B19F-450B-BD82-38AE21AD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814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想定するプレイヤー</a:t>
            </a:r>
          </a:p>
        </p:txBody>
      </p:sp>
      <p:sp>
        <p:nvSpPr>
          <p:cNvPr id="9" name="観察と素早い判断で、&#10;スコア更新を楽しみたい人。&#10;少ないキーで挑戦できま">
            <a:extLst xmlns:a="http://schemas.openxmlformats.org/drawingml/2006/main">
              <a:ext uri="{FF2B5EF4-FFF2-40B4-BE49-F238E27FC236}">
                <a16:creationId xmlns:a16="http://schemas.microsoft.com/office/drawing/2014/main" id="{CDB58685-C027-4F87-B92E-2EC060EA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57675"/>
            <a:ext cx="33337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観察と素早い判断で、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スコア更新を楽しみたい人。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少ないキーで挑戦できます。</a:t>
            </a:r>
          </a:p>
        </p:txBody>
      </p:sp>
      <p:sp>
        <p:nvSpPr>
          <p:cNvPr id="10" name="分岐点までの短い時間に、判断を間に合わせる緊張感を狙います。">
            <a:extLst xmlns:a="http://schemas.openxmlformats.org/drawingml/2006/main">
              <a:ext uri="{FF2B5EF4-FFF2-40B4-BE49-F238E27FC236}">
                <a16:creationId xmlns:a16="http://schemas.microsoft.com/office/drawing/2014/main" id="{68BF5DB2-9CD7-425B-8B4E-996E9062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0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025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分岐点までの短い時間に、判断を間に合わせる緊張感を狙います。</a:t>
            </a:r>
          </a:p>
        </p:txBody>
      </p:sp>
    </p:spTree>
    <p:extLst>
      <p:ext uri="{BB962C8B-B14F-4D97-AF65-F5344CB8AC3E}">
        <p14:creationId xmlns:p14="http://schemas.microsoft.com/office/powerpoint/2010/main" val="12740843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同じ種類でも、送り先が変わる">
            <a:extLst xmlns:a="http://schemas.openxmlformats.org/drawingml/2006/main">
              <a:ext uri="{FF2B5EF4-FFF2-40B4-BE49-F238E27FC236}">
                <a16:creationId xmlns:a16="http://schemas.microsoft.com/office/drawing/2014/main" id="{18B57A76-0F31-4B55-8CB9-6EF6559C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同じ種類でも、送り先が変わる</a:t>
            </a:r>
          </a:p>
        </p:txBody>
      </p:sp>
      <p:sp>
        <p:nvSpPr>
          <p:cNvPr id="2" name="正常品は仕分け、不良品は返却">
            <a:extLst xmlns:a="http://schemas.openxmlformats.org/drawingml/2006/main">
              <a:ext uri="{FF2B5EF4-FFF2-40B4-BE49-F238E27FC236}">
                <a16:creationId xmlns:a16="http://schemas.microsoft.com/office/drawing/2014/main" id="{D59A89B7-F6A1-4558-9114-049ED6AB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正常品は仕分け、不良品は返却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D8D6C09D-4949-4D28-B418-9A1A3056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3 / 06">
            <a:extLst xmlns:a="http://schemas.openxmlformats.org/drawingml/2006/main">
              <a:ext uri="{FF2B5EF4-FFF2-40B4-BE49-F238E27FC236}">
                <a16:creationId xmlns:a16="http://schemas.microsoft.com/office/drawing/2014/main" id="{97448CB5-B219-43D5-B6A5-D270C96E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03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6AAD4-D9CA-4DE3-AF3A-5DD9E54C0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cc2ed6a1444c4"/>
          <a:stretch xmlns:a="http://schemas.openxmlformats.org/drawingml/2006/main"/>
        </p:blipFill>
        <p:spPr>
          <a:xfrm xmlns:a="http://schemas.openxmlformats.org/drawingml/2006/main">
            <a:off x="1209675" y="1828800"/>
            <a:ext cx="2495550" cy="24955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9F6BA-D91D-401F-B113-28F310AAEE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bc08fa67e4871"/>
          <a:stretch xmlns:a="http://schemas.openxmlformats.org/drawingml/2006/main"/>
        </p:blipFill>
        <p:spPr>
          <a:xfrm xmlns:a="http://schemas.openxmlformats.org/drawingml/2006/main">
            <a:off x="4371975" y="1828800"/>
            <a:ext cx="2495550" cy="2495550"/>
          </a:xfrm>
          <a:prstGeom xmlns:a="http://schemas.openxmlformats.org/drawingml/2006/main" prst="rect">
            <a:avLst/>
          </a:prstGeom>
        </p:spPr>
      </p:pic>
      <p:sp>
        <p:nvSpPr>
          <p:cNvPr id="7" name="正常品">
            <a:extLst xmlns:a="http://schemas.openxmlformats.org/drawingml/2006/main">
              <a:ext uri="{FF2B5EF4-FFF2-40B4-BE49-F238E27FC236}">
                <a16:creationId xmlns:a16="http://schemas.microsoft.com/office/drawing/2014/main" id="{CF1988D6-7498-4473-B739-49FCFDB3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514850"/>
            <a:ext cx="2381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32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正常品</a:t>
            </a:r>
          </a:p>
        </p:txBody>
      </p:sp>
      <p:sp>
        <p:nvSpPr>
          <p:cNvPr id="8" name="不良品">
            <a:extLst xmlns:a="http://schemas.openxmlformats.org/drawingml/2006/main">
              <a:ext uri="{FF2B5EF4-FFF2-40B4-BE49-F238E27FC236}">
                <a16:creationId xmlns:a16="http://schemas.microsoft.com/office/drawing/2014/main" id="{BDC24C3A-B64D-41F3-9037-12159E81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14850"/>
            <a:ext cx="2381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defPPr>
            <a:lvl1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1pPr>
            <a:lvl2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2pPr>
            <a:lvl3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3pPr>
            <a:lvl4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4pPr>
            <a:lvl5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5pPr>
            <a:lvl6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6pPr>
            <a:lvl7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7pPr>
            <a:lvl8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8pPr>
            <a:lvl9pPr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325" b="1">
                <a:solidFill>
                  <a:srgbClr val="B82B36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B82B36"/>
                </a:solidFill>
                <a:latin typeface="Meiryo"/>
                <a:ea typeface="Meiryo"/>
                <a:cs typeface="Meiryo"/>
              </a:rPr>
              <a:t>不良品</a:t>
            </a:r>
          </a:p>
        </p:txBody>
      </p:sp>
      <p:sp>
        <p:nvSpPr>
          <p:cNvPr id="9" name="形の違いを見落とさない">
            <a:extLst xmlns:a="http://schemas.openxmlformats.org/drawingml/2006/main">
              <a:ext uri="{FF2B5EF4-FFF2-40B4-BE49-F238E27FC236}">
                <a16:creationId xmlns:a16="http://schemas.microsoft.com/office/drawing/2014/main" id="{E589F54A-FBFD-41C0-B487-5E7B949F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57400"/>
            <a:ext cx="4057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形の違いを見落とさない</a:t>
            </a:r>
          </a:p>
        </p:txBody>
      </p:sp>
      <p:sp>
        <p:nvSpPr>
          <p:cNvPr id="10" name="「ロボットだから同じ方向」&#10;と決めつけるとミスになる。&#10;種類を判断したあ">
            <a:extLst xmlns:a="http://schemas.openxmlformats.org/drawingml/2006/main">
              <a:ext uri="{FF2B5EF4-FFF2-40B4-BE49-F238E27FC236}">
                <a16:creationId xmlns:a16="http://schemas.microsoft.com/office/drawing/2014/main" id="{08EB3273-4F02-476B-AA7F-79BBAF1A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40576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「ロボットだから同じ方向」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と決めつけるとミスになる。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種類を判断したあとに、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壊れていないか確かめる。</a:t>
            </a:r>
          </a:p>
        </p:txBody>
      </p:sp>
      <p:sp>
        <p:nvSpPr>
          <p:cNvPr id="11" name="反射的な仕分けに「もう一度見る」判断を加え、単純作業にしない。">
            <a:extLst xmlns:a="http://schemas.openxmlformats.org/drawingml/2006/main">
              <a:ext uri="{FF2B5EF4-FFF2-40B4-BE49-F238E27FC236}">
                <a16:creationId xmlns:a16="http://schemas.microsoft.com/office/drawing/2014/main" id="{36EFC674-16DD-4B99-83BB-2252A693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75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2175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反射的な仕分けに「もう一度見る」判断を加え、単純作業にしない。</a:t>
            </a:r>
          </a:p>
        </p:txBody>
      </p:sp>
    </p:spTree>
    <p:extLst>
      <p:ext uri="{BB962C8B-B14F-4D97-AF65-F5344CB8AC3E}">
        <p14:creationId xmlns:p14="http://schemas.microsoft.com/office/powerpoint/2010/main" val="2028104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三方向への仕分けと、上への返却">
            <a:extLst xmlns:a="http://schemas.openxmlformats.org/drawingml/2006/main">
              <a:ext uri="{FF2B5EF4-FFF2-40B4-BE49-F238E27FC236}">
                <a16:creationId xmlns:a16="http://schemas.microsoft.com/office/drawing/2014/main" id="{7959BD36-F648-4280-8D7F-547D934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三方向への仕分けと、上への返却</a:t>
            </a:r>
          </a:p>
        </p:txBody>
      </p:sp>
      <p:sp>
        <p:nvSpPr>
          <p:cNvPr id="2" name="キーの位置と、画面上の方向を対応させる">
            <a:extLst xmlns:a="http://schemas.openxmlformats.org/drawingml/2006/main">
              <a:ext uri="{FF2B5EF4-FFF2-40B4-BE49-F238E27FC236}">
                <a16:creationId xmlns:a16="http://schemas.microsoft.com/office/drawing/2014/main" id="{82F51612-A4CC-4CEE-A42B-3B8865A5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キーの位置と、画面上の方向を対応させる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5AFBD817-AD95-4B34-8DC6-CF459AF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4 / 06">
            <a:extLst xmlns:a="http://schemas.openxmlformats.org/drawingml/2006/main">
              <a:ext uri="{FF2B5EF4-FFF2-40B4-BE49-F238E27FC236}">
                <a16:creationId xmlns:a16="http://schemas.microsoft.com/office/drawing/2014/main" id="{0E8D3A92-1B10-4591-89ED-ECAFA43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04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B9254-D797-4B4A-AF35-48C905E595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66db5f86b4048"/>
          <a:stretch xmlns:a="http://schemas.openxmlformats.org/drawingml/2006/main"/>
        </p:blipFill>
        <p:spPr>
          <a:xfrm xmlns:a="http://schemas.openxmlformats.org/drawingml/2006/main">
            <a:off x="734058" y="1819275"/>
            <a:ext cx="4704084" cy="32575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DE18A-07C7-4B65-AD63-ED44BA3490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62dfa351a4161"/>
          <a:stretch xmlns:a="http://schemas.openxmlformats.org/drawingml/2006/main"/>
        </p:blipFill>
        <p:spPr>
          <a:xfrm xmlns:a="http://schemas.openxmlformats.org/drawingml/2006/main">
            <a:off x="6863498" y="1819275"/>
            <a:ext cx="2579805" cy="3257550"/>
          </a:xfrm>
          <a:prstGeom xmlns:a="http://schemas.openxmlformats.org/drawingml/2006/main" prst="rect">
            <a:avLst/>
          </a:prstGeom>
        </p:spPr>
      </p:pic>
      <p:sp>
        <p:nvSpPr>
          <p:cNvPr id="7" name="正常品を三方向へ">
            <a:extLst xmlns:a="http://schemas.openxmlformats.org/drawingml/2006/main">
              <a:ext uri="{FF2B5EF4-FFF2-40B4-BE49-F238E27FC236}">
                <a16:creationId xmlns:a16="http://schemas.microsoft.com/office/drawing/2014/main" id="{958911C4-6990-49F4-8FF2-8EFAFDF2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正常品を三方向へ</a:t>
            </a:r>
          </a:p>
        </p:txBody>
      </p:sp>
      <p:sp>
        <p:nvSpPr>
          <p:cNvPr id="8" name="A・S・Dで左・下・右を選択。&#10;レーンの点灯で選んだ方向を確認できます。">
            <a:extLst xmlns:a="http://schemas.openxmlformats.org/drawingml/2006/main">
              <a:ext uri="{FF2B5EF4-FFF2-40B4-BE49-F238E27FC236}">
                <a16:creationId xmlns:a16="http://schemas.microsoft.com/office/drawing/2014/main" id="{32F41B12-75D3-4D94-BFE8-E49C7557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5334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A・S・Dで左・下・右を選択。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レーンの点灯で選んだ方向を確認できます。</a:t>
            </a:r>
          </a:p>
        </p:txBody>
      </p:sp>
      <p:sp>
        <p:nvSpPr>
          <p:cNvPr id="9" name="不良品は上へ">
            <a:extLst xmlns:a="http://schemas.openxmlformats.org/drawingml/2006/main">
              <a:ext uri="{FF2B5EF4-FFF2-40B4-BE49-F238E27FC236}">
                <a16:creationId xmlns:a16="http://schemas.microsoft.com/office/drawing/2014/main" id="{1BBD480A-0D8F-4D0A-9E4F-14005034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48275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不良品は上へ</a:t>
            </a:r>
          </a:p>
        </p:txBody>
      </p:sp>
      <p:sp>
        <p:nvSpPr>
          <p:cNvPr id="10" name="Wで返却。種類が合っていても、&#10;不良品を通常レーンへ送るとミスになります">
            <a:extLst xmlns:a="http://schemas.openxmlformats.org/drawingml/2006/main">
              <a:ext uri="{FF2B5EF4-FFF2-40B4-BE49-F238E27FC236}">
                <a16:creationId xmlns:a16="http://schemas.microsoft.com/office/drawing/2014/main" id="{7601C90A-DFB3-4EC2-986E-F62CDF08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72452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Wで返却。種類が合っていても、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不良品を通常レーンへ送るとミスになります。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15699729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結果がすぐ伝わる、スコアへの挑戦">
            <a:extLst xmlns:a="http://schemas.openxmlformats.org/drawingml/2006/main">
              <a:ext uri="{FF2B5EF4-FFF2-40B4-BE49-F238E27FC236}">
                <a16:creationId xmlns:a16="http://schemas.microsoft.com/office/drawing/2014/main" id="{A1105DC7-E3BE-43B6-B3A5-54A45E00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結果がすぐ伝わる、スコアへの挑戦</a:t>
            </a:r>
          </a:p>
        </p:txBody>
      </p:sp>
      <p:sp>
        <p:nvSpPr>
          <p:cNvPr id="2" name="正解・不正解の演出で、次の判断につなげる">
            <a:extLst xmlns:a="http://schemas.openxmlformats.org/drawingml/2006/main">
              <a:ext uri="{FF2B5EF4-FFF2-40B4-BE49-F238E27FC236}">
                <a16:creationId xmlns:a16="http://schemas.microsoft.com/office/drawing/2014/main" id="{BDFC80F9-968A-4D5A-ADAC-C55DEFFE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正解・不正解の演出で、次の判断につなげる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2BA6EFAD-ABCA-4BC9-BD94-BB8C2EB5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5 / 06">
            <a:extLst xmlns:a="http://schemas.openxmlformats.org/drawingml/2006/main">
              <a:ext uri="{FF2B5EF4-FFF2-40B4-BE49-F238E27FC236}">
                <a16:creationId xmlns:a16="http://schemas.microsoft.com/office/drawing/2014/main" id="{2C8E39AC-6513-48E5-9C89-9C0A7870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05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C9951-886F-480E-AD00-558750A309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312b5c9054ed5"/>
          <a:stretch xmlns:a="http://schemas.openxmlformats.org/drawingml/2006/main"/>
        </p:blipFill>
        <p:spPr>
          <a:xfrm xmlns:a="http://schemas.openxmlformats.org/drawingml/2006/main">
            <a:off x="609600" y="2089662"/>
            <a:ext cx="5334000" cy="1745226"/>
          </a:xfrm>
          <a:prstGeom xmlns:a="http://schemas.openxmlformats.org/drawingml/2006/main" prst="rect">
            <a:avLst/>
          </a:prstGeom>
        </p:spPr>
      </p:pic>
      <p:sp>
        <p:nvSpPr>
          <p:cNvPr id="6" name="あと何回間違えられるか">
            <a:extLst xmlns:a="http://schemas.openxmlformats.org/drawingml/2006/main">
              <a:ext uri="{FF2B5EF4-FFF2-40B4-BE49-F238E27FC236}">
                <a16:creationId xmlns:a16="http://schemas.microsoft.com/office/drawing/2014/main" id="{8568A36E-824F-41A1-B2B3-BD72220C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あと何回間違えられるか</a:t>
            </a:r>
          </a:p>
        </p:txBody>
      </p:sp>
      <p:sp>
        <p:nvSpPr>
          <p:cNvPr id="7" name="ミスはランプで可視化。&#10;5回ミスするまでに、&#10;どこまでスコアを伸ばせるか">
            <a:extLst xmlns:a="http://schemas.openxmlformats.org/drawingml/2006/main">
              <a:ext uri="{FF2B5EF4-FFF2-40B4-BE49-F238E27FC236}">
                <a16:creationId xmlns:a16="http://schemas.microsoft.com/office/drawing/2014/main" id="{3A993E97-D1D7-46C0-8883-BD7B6E70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ミスはランプで可視化。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5回ミスするまでに、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どこまでスコアを伸ばせるか挑戦します。</a:t>
            </a:r>
          </a:p>
        </p:txBody>
      </p:sp>
      <p:sp>
        <p:nvSpPr>
          <p:cNvPr id="8" name="成功と失敗の手応え">
            <a:extLst xmlns:a="http://schemas.openxmlformats.org/drawingml/2006/main">
              <a:ext uri="{FF2B5EF4-FFF2-40B4-BE49-F238E27FC236}">
                <a16:creationId xmlns:a16="http://schemas.microsoft.com/office/drawing/2014/main" id="{E3286339-0E03-4DC9-B22A-AB7B2714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成功と失敗の手応え</a:t>
            </a:r>
          </a:p>
        </p:txBody>
      </p:sp>
      <p:sp>
        <p:nvSpPr>
          <p:cNvPr id="9" name="音と表示で結果をその場で確認。&#10;間違えた品物の見方を修正し、&#10;次の仕分け">
            <a:extLst xmlns:a="http://schemas.openxmlformats.org/drawingml/2006/main">
              <a:ext uri="{FF2B5EF4-FFF2-40B4-BE49-F238E27FC236}">
                <a16:creationId xmlns:a16="http://schemas.microsoft.com/office/drawing/2014/main" id="{DCD78E94-F1FE-4543-9A18-AF0FDC89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19350"/>
            <a:ext cx="4876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音と表示で結果をその場で確認。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間違えた品物の見方を修正し、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次の仕分けへ気持ちを切り替える。</a:t>
            </a:r>
          </a:p>
        </p:txBody>
      </p:sp>
      <p:sp>
        <p:nvSpPr>
          <p:cNvPr id="10" name="工場らしい見た目">
            <a:extLst xmlns:a="http://schemas.openxmlformats.org/drawingml/2006/main">
              <a:ext uri="{FF2B5EF4-FFF2-40B4-BE49-F238E27FC236}">
                <a16:creationId xmlns:a16="http://schemas.microsoft.com/office/drawing/2014/main" id="{98B3492D-DE6F-460C-A771-5AF7B2E4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工場らしい見た目</a:t>
            </a:r>
          </a:p>
        </p:txBody>
      </p:sp>
      <p:sp>
        <p:nvSpPr>
          <p:cNvPr id="11" name="ベルトコンベア、操作卓、作業員を配置。&#10;分岐の点灯と作業員の動きで、&#10;自">
            <a:extLst xmlns:a="http://schemas.openxmlformats.org/drawingml/2006/main">
              <a:ext uri="{FF2B5EF4-FFF2-40B4-BE49-F238E27FC236}">
                <a16:creationId xmlns:a16="http://schemas.microsoft.com/office/drawing/2014/main" id="{92AAEE82-7A08-4C61-9C44-117A457E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876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ベルトコンベア、操作卓、作業員を配置。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分岐の点灯と作業員の動きで、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自分が仕分けを操作する感覚を支えます。</a:t>
            </a:r>
          </a:p>
        </p:txBody>
      </p:sp>
    </p:spTree>
    <p:extLst>
      <p:ext uri="{BB962C8B-B14F-4D97-AF65-F5344CB8AC3E}">
        <p14:creationId xmlns:p14="http://schemas.microsoft.com/office/powerpoint/2010/main" val="6587166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制作体制と公開先">
            <a:extLst xmlns:a="http://schemas.openxmlformats.org/drawingml/2006/main">
              <a:ext uri="{FF2B5EF4-FFF2-40B4-BE49-F238E27FC236}">
                <a16:creationId xmlns:a16="http://schemas.microsoft.com/office/drawing/2014/main" id="{C49C6D25-021D-4077-ADC2-7F7E573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202D36"/>
                </a:solidFill>
                <a:latin typeface="Meiryo"/>
                <a:ea typeface="Meiryo"/>
                <a:cs typeface="Meiryo"/>
              </a:rPr>
              <a:t>制作体制と公開先</a:t>
            </a:r>
          </a:p>
        </p:txBody>
      </p:sp>
      <p:sp>
        <p:nvSpPr>
          <p:cNvPr id="2" name="制作人数：5人 / 開発環境：Unity 6 / PCブラウザー">
            <a:extLst xmlns:a="http://schemas.openxmlformats.org/drawingml/2006/main">
              <a:ext uri="{FF2B5EF4-FFF2-40B4-BE49-F238E27FC236}">
                <a16:creationId xmlns:a16="http://schemas.microsoft.com/office/drawing/2014/main" id="{66CB26AA-2D72-4F4A-8EA3-7868FA9A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2364AD"/>
                </a:solidFill>
                <a:latin typeface="Meiryo"/>
                <a:ea typeface="Meiryo"/>
                <a:cs typeface="Meiryo"/>
              </a:rPr>
              <a:t>制作人数：5人 / 開発環境：Unity 6 / PCブラウザー</a:t>
            </a:r>
          </a:p>
        </p:txBody>
      </p:sp>
      <p:sp>
        <p:nvSpPr>
          <p:cNvPr id="3" name="三色の分岐係 / 企画書">
            <a:extLst xmlns:a="http://schemas.openxmlformats.org/drawingml/2006/main">
              <a:ext uri="{FF2B5EF4-FFF2-40B4-BE49-F238E27FC236}">
                <a16:creationId xmlns:a16="http://schemas.microsoft.com/office/drawing/2014/main" id="{3EF1791B-96DD-420D-AA03-E5EE8E44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三色の分岐係 / 企画書</a:t>
            </a:r>
          </a:p>
        </p:txBody>
      </p:sp>
      <p:sp>
        <p:nvSpPr>
          <p:cNvPr id="4" name="06 / 06">
            <a:extLst xmlns:a="http://schemas.openxmlformats.org/drawingml/2006/main">
              <a:ext uri="{FF2B5EF4-FFF2-40B4-BE49-F238E27FC236}">
                <a16:creationId xmlns:a16="http://schemas.microsoft.com/office/drawing/2014/main" id="{91C88C86-5918-487A-9AB3-9175C6C1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defPPr>
            <a:lvl1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1pPr>
            <a:lvl2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2pPr>
            <a:lvl3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3pPr>
            <a:lvl4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4pPr>
            <a:lvl5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5pPr>
            <a:lvl6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6pPr>
            <a:lvl7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7pPr>
            <a:lvl8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8pPr>
            <a:lvl9pPr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200" b="0">
                <a:solidFill>
                  <a:srgbClr val="53616D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3616D"/>
                </a:solidFill>
                <a:latin typeface="Meiryo"/>
                <a:ea typeface="Meiryo"/>
                <a:cs typeface="Meiryo"/>
              </a:rPr>
              <a:t>06 / 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E2350-A546-496F-8C2C-38D399B658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fcc6f43c24151"/>
          <a:stretch xmlns:a="http://schemas.openxmlformats.org/drawingml/2006/main"/>
        </p:blipFill>
        <p:spPr>
          <a:xfrm xmlns:a="http://schemas.openxmlformats.org/drawingml/2006/main">
            <a:off x="609600" y="2109192"/>
            <a:ext cx="3048000" cy="2030016"/>
          </a:xfrm>
          <a:prstGeom xmlns:a="http://schemas.openxmlformats.org/drawingml/2006/main" prst="rect">
            <a:avLst/>
          </a:prstGeom>
        </p:spPr>
      </p:pic>
      <p:sp>
        <p:nvSpPr>
          <p:cNvPr id="6" name="私の担当">
            <a:extLst xmlns:a="http://schemas.openxmlformats.org/drawingml/2006/main">
              <a:ext uri="{FF2B5EF4-FFF2-40B4-BE49-F238E27FC236}">
                <a16:creationId xmlns:a16="http://schemas.microsoft.com/office/drawing/2014/main" id="{6E5D6EE2-C953-405F-AAF3-5CF56F46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14525"/>
            <a:ext cx="735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私の担当</a:t>
            </a:r>
          </a:p>
        </p:txBody>
      </p:sp>
      <p:sp>
        <p:nvSpPr>
          <p:cNvPr id="7" name="プランナー・企画立案・システム／ルール設計。&#10;タスクの振り分け、画像・S">
            <a:extLst xmlns:a="http://schemas.openxmlformats.org/drawingml/2006/main">
              <a:ext uri="{FF2B5EF4-FFF2-40B4-BE49-F238E27FC236}">
                <a16:creationId xmlns:a16="http://schemas.microsoft.com/office/drawing/2014/main" id="{4D28B909-C38F-4E89-8037-4BB7B9A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90775"/>
            <a:ext cx="73533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プランナー・企画立案・システム／ルール設計。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タスクの振り分け、画像・SEの用意を担当。</a:t>
            </a:r>
          </a:p>
        </p:txBody>
      </p:sp>
      <p:sp>
        <p:nvSpPr>
          <p:cNvPr id="8" name="企画でまとめたこと">
            <a:extLst xmlns:a="http://schemas.openxmlformats.org/drawingml/2006/main">
              <a:ext uri="{FF2B5EF4-FFF2-40B4-BE49-F238E27FC236}">
                <a16:creationId xmlns:a16="http://schemas.microsoft.com/office/drawing/2014/main" id="{8D3AE199-712F-4C12-A760-657F596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609975"/>
            <a:ext cx="735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2364AD"/>
                </a:solidFill>
                <a:latin typeface="Meiryo"/>
                <a:ea typeface="Meiryo"/>
                <a:cs typeface="Meiryo"/>
              </a:rPr>
              <a:t>企画でまとめたこと</a:t>
            </a:r>
          </a:p>
        </p:txBody>
      </p:sp>
      <p:sp>
        <p:nvSpPr>
          <p:cNvPr id="9" name="三方向へ送る仕分けと、不良品を返す判断を整理。&#10;プレイヤーが何を見て、ど">
            <a:extLst xmlns:a="http://schemas.openxmlformats.org/drawingml/2006/main">
              <a:ext uri="{FF2B5EF4-FFF2-40B4-BE49-F238E27FC236}">
                <a16:creationId xmlns:a16="http://schemas.microsoft.com/office/drawing/2014/main" id="{A362747F-037B-4CC4-9051-CD799703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86225"/>
            <a:ext cx="7353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三方向へ送る仕分けと、不良品を返す判断を整理。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プレイヤーが何を見て、どこへ送るかを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202D36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202D36"/>
                </a:solidFill>
                <a:latin typeface="Meiryo"/>
                <a:ea typeface="Meiryo"/>
                <a:cs typeface="Meiryo"/>
              </a:rPr>
              <a:t>チームで共有できるルールにまとめました。</a:t>
            </a:r>
          </a:p>
        </p:txBody>
      </p:sp>
      <p:sp>
        <p:nvSpPr>
          <p:cNvPr id="10" name="unityroomで「三色の分岐係」をプレイ">
            <a:extLst xmlns:a="http://schemas.openxmlformats.org/drawingml/2006/main">
              <a:ext uri="{FF2B5EF4-FFF2-40B4-BE49-F238E27FC236}">
                <a16:creationId xmlns:a16="http://schemas.microsoft.com/office/drawing/2014/main" id="{1D8692CC-12B8-47C9-AD41-44D0B0EE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defPPr>
            <a:lvl1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1pPr>
            <a:lvl2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2pPr>
            <a:lvl3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3pPr>
            <a:lvl4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4pPr>
            <a:lvl5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5pPr>
            <a:lvl6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6pPr>
            <a:lvl7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7pPr>
            <a:lvl8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8pPr>
            <a:lvl9pPr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1">
                <a:solidFill>
                  <a:srgbClr val="2364AD"/>
                </a:solidFill>
                <a:latin typeface="Meiryo"/>
                <a:ea typeface="Meiryo"/>
                <a:cs typeface="Meiryo"/>
              </a:defRPr>
            </a:pPr>
            <a:r>
              <a:rPr sz="1875" b="1">
                <a:solidFill>
                  <a:srgbClr val="2364AD"/>
                </a:solidFill>
                <a:latin typeface="Meiryo"/>
                <a:ea typeface="Meiryo"/>
                <a:cs typeface="Meiryo"/>
                <a:hlinkClick xmlns:r="http://schemas.openxmlformats.org/officeDocument/2006/relationships" r:id="R9cb5f202894e4f9b"/>
              </a:rPr>
              <a:t>unityroomで「三色の分岐係」をプレイ</a:t>
            </a:r>
          </a:p>
        </p:txBody>
      </p:sp>
    </p:spTree>
    <p:extLst>
      <p:ext uri="{BB962C8B-B14F-4D97-AF65-F5344CB8AC3E}">
        <p14:creationId xmlns:p14="http://schemas.microsoft.com/office/powerpoint/2010/main" val="725639586"/>
      </p:ext>
    </p:extLst>
  </p:cSld>
</p:sld>
</file>

<file path=ppt/theme/theme1.xml><?xml version="1.0" encoding="utf-8"?>
<a:theme xmlns:a="http://schemas.openxmlformats.org/drawingml/2006/main" name="ChatGPT">
  <a:themeElements>
    <a:clrScheme name="三色の分岐係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2364AD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2364AD"/>
      </a:hlink>
      <a:folHlink>
        <a:srgbClr val="2364AD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三色の分岐係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2026-10-30T07:51:45.9260000Z</dcterms:created>
  <dcterms:modified xsi:type="dcterms:W3CDTF">2026-10-30T07:51:45.9260000Z</dcterms:modified>
</coreProperties>
</file>